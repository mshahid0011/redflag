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14"/>
  </p:notesMasterIdLst>
  <p:sldIdLst>
    <p:sldId id="256" r:id="rId3"/>
    <p:sldId id="257" r:id="rId4"/>
    <p:sldId id="258" r:id="rId5"/>
    <p:sldId id="259" r:id="rId6"/>
    <p:sldId id="260" r:id="rId7"/>
    <p:sldId id="266" r:id="rId8"/>
    <p:sldId id="261" r:id="rId9"/>
    <p:sldId id="262" r:id="rId10"/>
    <p:sldId id="263" r:id="rId11"/>
    <p:sldId id="264" r:id="rId12"/>
    <p:sldId id="265" r:id="rId13"/>
  </p:sldIdLst>
  <p:sldSz cx="9144000" cy="5143500" type="screen16x9"/>
  <p:notesSz cx="6858000" cy="9144000"/>
  <p:embeddedFontLst>
    <p:embeddedFont>
      <p:font typeface="IBM Plex Sans" panose="020B0503050203000203" pitchFamily="34" charset="0"/>
      <p:regular r:id="rId15"/>
      <p:bold r:id="rId16"/>
      <p:italic r:id="rId17"/>
      <p:boldItalic r:id="rId18"/>
    </p:embeddedFont>
    <p:embeddedFont>
      <p:font typeface="Tahoma" panose="020B0604030504040204" pitchFamily="34"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9E5B4F-EE5D-4D87-BC98-FAA5755AD38C}">
  <a:tblStyle styleId="{349E5B4F-EE5D-4D87-BC98-FAA5755AD38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d0462cdbc_1_208: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3ed0462cdbc_1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ed0462cdbc_1_212: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ed0462cdbc_1_2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ed0462cdbc_1_217: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3ed0462cdbc_1_2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d0462cdbc_1_221: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ed0462cdbc_1_2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ed0462cdbc_1_225: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g3ed0462cdbc_1_2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ed0462cdbc_1_229: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3ed0462cdbc_1_2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d0462cdbc_1_233: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ed0462cdbc_1_2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d0462cdbc_1_237: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ed0462cdbc_1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d0462cdbc_1_241:notes"/>
          <p:cNvSpPr txBox="1">
            <a:spLocks noGrp="1"/>
          </p:cNvSpPr>
          <p:nvPr>
            <p:ph type="body" idx="1"/>
          </p:nvPr>
        </p:nvSpPr>
        <p:spPr>
          <a:xfrm>
            <a:off x="685800" y="4400550"/>
            <a:ext cx="54861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3ed0462cdbc_1_2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22719" y="114965"/>
            <a:ext cx="5611200" cy="387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200" b="1" i="0">
                <a:solidFill>
                  <a:schemeClr val="lt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880861" y="1279047"/>
            <a:ext cx="3799500" cy="1198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1700" b="0" i="0">
                <a:solidFill>
                  <a:schemeClr val="dk1"/>
                </a:solidFill>
                <a:latin typeface="Tahoma"/>
                <a:ea typeface="Tahoma"/>
                <a:cs typeface="Tahoma"/>
                <a:sym typeface="Tahoma"/>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53" name="Google Shape;53;p13"/>
          <p:cNvSpPr txBox="1">
            <a:spLocks noGrp="1"/>
          </p:cNvSpPr>
          <p:nvPr>
            <p:ph type="ftr" idx="11"/>
          </p:nvPr>
        </p:nvSpPr>
        <p:spPr>
          <a:xfrm>
            <a:off x="3108960" y="4783454"/>
            <a:ext cx="2925900" cy="2574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54" name="Google Shape;54;p13"/>
          <p:cNvSpPr txBox="1">
            <a:spLocks noGrp="1"/>
          </p:cNvSpPr>
          <p:nvPr>
            <p:ph type="dt" idx="10"/>
          </p:nvPr>
        </p:nvSpPr>
        <p:spPr>
          <a:xfrm>
            <a:off x="457200" y="4783454"/>
            <a:ext cx="2103000" cy="25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55" name="Google Shape;55;p13"/>
          <p:cNvSpPr txBox="1">
            <a:spLocks noGrp="1"/>
          </p:cNvSpPr>
          <p:nvPr>
            <p:ph type="sldNum" idx="12"/>
          </p:nvPr>
        </p:nvSpPr>
        <p:spPr>
          <a:xfrm>
            <a:off x="8595863" y="4953905"/>
            <a:ext cx="403500" cy="327000"/>
          </a:xfrm>
          <a:prstGeom prst="rect">
            <a:avLst/>
          </a:prstGeom>
          <a:noFill/>
          <a:ln>
            <a:noFill/>
          </a:ln>
        </p:spPr>
        <p:txBody>
          <a:bodyPr spcFirstLastPara="1" wrap="square" lIns="0" tIns="0" rIns="0" bIns="0" anchor="t" anchorCtr="0">
            <a:spAutoFit/>
          </a:bodyPr>
          <a:lstStyle>
            <a:lvl1pPr marL="88900" lvl="0" indent="0">
              <a:lnSpc>
                <a:spcPct val="112500"/>
              </a:lnSpc>
              <a:spcBef>
                <a:spcPts val="0"/>
              </a:spcBef>
              <a:buNone/>
              <a:defRPr sz="1000" b="0" i="0">
                <a:solidFill>
                  <a:schemeClr val="dk1"/>
                </a:solidFill>
                <a:latin typeface="Arial"/>
                <a:ea typeface="Arial"/>
                <a:cs typeface="Arial"/>
                <a:sym typeface="Arial"/>
              </a:defRPr>
            </a:lvl1pPr>
            <a:lvl2pPr marL="88900" lvl="1" indent="0">
              <a:lnSpc>
                <a:spcPct val="112500"/>
              </a:lnSpc>
              <a:spcBef>
                <a:spcPts val="0"/>
              </a:spcBef>
              <a:buNone/>
              <a:defRPr sz="1000" b="0" i="0">
                <a:solidFill>
                  <a:schemeClr val="dk1"/>
                </a:solidFill>
                <a:latin typeface="Arial"/>
                <a:ea typeface="Arial"/>
                <a:cs typeface="Arial"/>
                <a:sym typeface="Arial"/>
              </a:defRPr>
            </a:lvl2pPr>
            <a:lvl3pPr marL="88900" lvl="2" indent="0">
              <a:lnSpc>
                <a:spcPct val="112500"/>
              </a:lnSpc>
              <a:spcBef>
                <a:spcPts val="0"/>
              </a:spcBef>
              <a:buNone/>
              <a:defRPr sz="1000" b="0" i="0">
                <a:solidFill>
                  <a:schemeClr val="dk1"/>
                </a:solidFill>
                <a:latin typeface="Arial"/>
                <a:ea typeface="Arial"/>
                <a:cs typeface="Arial"/>
                <a:sym typeface="Arial"/>
              </a:defRPr>
            </a:lvl3pPr>
            <a:lvl4pPr marL="88900" lvl="3" indent="0">
              <a:lnSpc>
                <a:spcPct val="112500"/>
              </a:lnSpc>
              <a:spcBef>
                <a:spcPts val="0"/>
              </a:spcBef>
              <a:buNone/>
              <a:defRPr sz="1000" b="0" i="0">
                <a:solidFill>
                  <a:schemeClr val="dk1"/>
                </a:solidFill>
                <a:latin typeface="Arial"/>
                <a:ea typeface="Arial"/>
                <a:cs typeface="Arial"/>
                <a:sym typeface="Arial"/>
              </a:defRPr>
            </a:lvl4pPr>
            <a:lvl5pPr marL="88900" lvl="4" indent="0">
              <a:lnSpc>
                <a:spcPct val="112500"/>
              </a:lnSpc>
              <a:spcBef>
                <a:spcPts val="0"/>
              </a:spcBef>
              <a:buNone/>
              <a:defRPr sz="1000" b="0" i="0">
                <a:solidFill>
                  <a:schemeClr val="dk1"/>
                </a:solidFill>
                <a:latin typeface="Arial"/>
                <a:ea typeface="Arial"/>
                <a:cs typeface="Arial"/>
                <a:sym typeface="Arial"/>
              </a:defRPr>
            </a:lvl5pPr>
            <a:lvl6pPr marL="88900" lvl="5" indent="0">
              <a:lnSpc>
                <a:spcPct val="112500"/>
              </a:lnSpc>
              <a:spcBef>
                <a:spcPts val="0"/>
              </a:spcBef>
              <a:buNone/>
              <a:defRPr sz="1000" b="0" i="0">
                <a:solidFill>
                  <a:schemeClr val="dk1"/>
                </a:solidFill>
                <a:latin typeface="Arial"/>
                <a:ea typeface="Arial"/>
                <a:cs typeface="Arial"/>
                <a:sym typeface="Arial"/>
              </a:defRPr>
            </a:lvl6pPr>
            <a:lvl7pPr marL="88900" lvl="6" indent="0">
              <a:lnSpc>
                <a:spcPct val="112500"/>
              </a:lnSpc>
              <a:spcBef>
                <a:spcPts val="0"/>
              </a:spcBef>
              <a:buNone/>
              <a:defRPr sz="1000" b="0" i="0">
                <a:solidFill>
                  <a:schemeClr val="dk1"/>
                </a:solidFill>
                <a:latin typeface="Arial"/>
                <a:ea typeface="Arial"/>
                <a:cs typeface="Arial"/>
                <a:sym typeface="Arial"/>
              </a:defRPr>
            </a:lvl7pPr>
            <a:lvl8pPr marL="88900" lvl="7" indent="0">
              <a:lnSpc>
                <a:spcPct val="112500"/>
              </a:lnSpc>
              <a:spcBef>
                <a:spcPts val="0"/>
              </a:spcBef>
              <a:buNone/>
              <a:defRPr sz="1000" b="0" i="0">
                <a:solidFill>
                  <a:schemeClr val="dk1"/>
                </a:solidFill>
                <a:latin typeface="Arial"/>
                <a:ea typeface="Arial"/>
                <a:cs typeface="Arial"/>
                <a:sym typeface="Arial"/>
              </a:defRPr>
            </a:lvl8pPr>
            <a:lvl9pPr marL="88900" lvl="8" indent="0">
              <a:lnSpc>
                <a:spcPct val="112500"/>
              </a:lnSpc>
              <a:spcBef>
                <a:spcPts val="0"/>
              </a:spcBef>
              <a:buNone/>
              <a:defRPr sz="1000" b="0" i="0">
                <a:solidFill>
                  <a:schemeClr val="dk1"/>
                </a:solidFill>
                <a:latin typeface="Arial"/>
                <a:ea typeface="Arial"/>
                <a:cs typeface="Arial"/>
                <a:sym typeface="Arial"/>
              </a:defRPr>
            </a:lvl9pPr>
          </a:lstStyle>
          <a:p>
            <a:pPr marL="88900" lvl="0" indent="0" algn="r" rtl="0">
              <a:spcBef>
                <a:spcPts val="0"/>
              </a:spcBef>
              <a:spcAft>
                <a:spcPts val="0"/>
              </a:spcAft>
              <a:buNone/>
            </a:pPr>
            <a:fld id="{00000000-1234-1234-1234-123412341234}" type="slidenum">
              <a:rPr lang="en"/>
              <a:t>‹#›</a:t>
            </a:fld>
            <a:r>
              <a:rPr lang="en"/>
              <a:t> / 14</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
        <p:nvSpPr>
          <p:cNvPr id="62" name="Google Shape;62;p15"/>
          <p:cNvSpPr txBox="1">
            <a:spLocks noGrp="1"/>
          </p:cNvSpPr>
          <p:nvPr>
            <p:ph type="ctrTitle"/>
          </p:nvPr>
        </p:nvSpPr>
        <p:spPr>
          <a:xfrm>
            <a:off x="311708" y="744575"/>
            <a:ext cx="8520600" cy="2052300"/>
          </a:xfrm>
          <a:prstGeom prst="rect">
            <a:avLst/>
          </a:prstGeom>
        </p:spPr>
        <p:txBody>
          <a:bodyPr spcFirstLastPara="1" wrap="square" lIns="91400" tIns="91400" rIns="91400" bIns="91400"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3" name="Google Shape;63;p15"/>
          <p:cNvSpPr txBox="1">
            <a:spLocks noGrp="1"/>
          </p:cNvSpPr>
          <p:nvPr>
            <p:ph type="subTitle" idx="1"/>
          </p:nvPr>
        </p:nvSpPr>
        <p:spPr>
          <a:xfrm>
            <a:off x="311700" y="2834125"/>
            <a:ext cx="8520600" cy="792600"/>
          </a:xfrm>
          <a:prstGeom prst="rect">
            <a:avLst/>
          </a:prstGeom>
          <a:noFill/>
          <a:ln>
            <a:noFill/>
          </a:ln>
        </p:spPr>
        <p:txBody>
          <a:bodyPr spcFirstLastPara="1" wrap="square" lIns="144975" tIns="144975" rIns="144975" bIns="144975" anchor="ctr" anchorCtr="0">
            <a:no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a:endParaRPr/>
          </a:p>
        </p:txBody>
      </p:sp>
      <p:sp>
        <p:nvSpPr>
          <p:cNvPr id="64" name="Google Shape;64;p15"/>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311700" y="2150850"/>
            <a:ext cx="8520600" cy="841800"/>
          </a:xfrm>
          <a:prstGeom prst="rect">
            <a:avLst/>
          </a:prstGeom>
        </p:spPr>
        <p:txBody>
          <a:bodyPr spcFirstLastPara="1" wrap="square" lIns="91400" tIns="91400" rIns="91400" bIns="91400"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7" name="Google Shape;67;p16"/>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311700" y="1111201"/>
            <a:ext cx="8520600" cy="572400"/>
          </a:xfrm>
          <a:prstGeom prst="rect">
            <a:avLst/>
          </a:prstGeom>
        </p:spPr>
        <p:txBody>
          <a:bodyPr spcFirstLastPara="1" wrap="square" lIns="91400" tIns="91400" rIns="91400" bIns="91400" anchor="t" anchorCtr="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70" name="Google Shape;70;p17"/>
          <p:cNvSpPr txBox="1">
            <a:spLocks noGrp="1"/>
          </p:cNvSpPr>
          <p:nvPr>
            <p:ph type="body" idx="1"/>
          </p:nvPr>
        </p:nvSpPr>
        <p:spPr>
          <a:xfrm>
            <a:off x="311700" y="1152475"/>
            <a:ext cx="8520600" cy="3416400"/>
          </a:xfrm>
          <a:prstGeom prst="rect">
            <a:avLst/>
          </a:prstGeom>
          <a:noFill/>
          <a:ln>
            <a:noFill/>
          </a:ln>
        </p:spPr>
        <p:txBody>
          <a:bodyPr spcFirstLastPara="1" wrap="square" lIns="144975" tIns="144975" rIns="144975" bIns="144975" anchor="ctr" anchorCtr="0">
            <a:noAutofit/>
          </a:bodyPr>
          <a:lstStyle>
            <a:lvl1pPr marL="457200" lvl="0" indent="-368300">
              <a:spcBef>
                <a:spcPts val="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71" name="Google Shape;71;p17"/>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1111201"/>
            <a:ext cx="8520600" cy="572400"/>
          </a:xfrm>
          <a:prstGeom prst="rect">
            <a:avLst/>
          </a:prstGeom>
        </p:spPr>
        <p:txBody>
          <a:bodyPr spcFirstLastPara="1" wrap="square" lIns="91400" tIns="91400" rIns="91400" bIns="91400" anchor="t" anchorCtr="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74" name="Google Shape;74;p18"/>
          <p:cNvSpPr txBox="1">
            <a:spLocks noGrp="1"/>
          </p:cNvSpPr>
          <p:nvPr>
            <p:ph type="body" idx="1"/>
          </p:nvPr>
        </p:nvSpPr>
        <p:spPr>
          <a:xfrm>
            <a:off x="311700" y="1152475"/>
            <a:ext cx="3999900" cy="3416400"/>
          </a:xfrm>
          <a:prstGeom prst="rect">
            <a:avLst/>
          </a:prstGeom>
          <a:noFill/>
          <a:ln>
            <a:noFill/>
          </a:ln>
        </p:spPr>
        <p:txBody>
          <a:bodyPr spcFirstLastPara="1" wrap="square" lIns="144975" tIns="144975" rIns="144975" bIns="144975" anchor="ctr" anchorCtr="0">
            <a:noAutofit/>
          </a:bodyPr>
          <a:lstStyle>
            <a:lvl1pPr marL="457200" lvl="0" indent="-317500">
              <a:spcBef>
                <a:spcPts val="0"/>
              </a:spcBef>
              <a:spcAft>
                <a:spcPts val="0"/>
              </a:spcAft>
              <a:buSzPts val="1400"/>
              <a:buChar char="●"/>
              <a:defRPr sz="1400"/>
            </a:lvl1pPr>
            <a:lvl2pPr marL="914400" lvl="1" indent="-311150">
              <a:spcBef>
                <a:spcPts val="0"/>
              </a:spcBef>
              <a:spcAft>
                <a:spcPts val="0"/>
              </a:spcAft>
              <a:buSzPts val="1300"/>
              <a:buChar char="○"/>
              <a:defRPr sz="1300"/>
            </a:lvl2pPr>
            <a:lvl3pPr marL="1371600" lvl="2" indent="-311150">
              <a:spcBef>
                <a:spcPts val="0"/>
              </a:spcBef>
              <a:spcAft>
                <a:spcPts val="0"/>
              </a:spcAft>
              <a:buSzPts val="1300"/>
              <a:buChar char="■"/>
              <a:defRPr sz="1300"/>
            </a:lvl3pPr>
            <a:lvl4pPr marL="1828800" lvl="3" indent="-311150">
              <a:spcBef>
                <a:spcPts val="0"/>
              </a:spcBef>
              <a:spcAft>
                <a:spcPts val="0"/>
              </a:spcAft>
              <a:buSzPts val="1300"/>
              <a:buChar char="●"/>
              <a:defRPr sz="1300"/>
            </a:lvl4pPr>
            <a:lvl5pPr marL="2286000" lvl="4" indent="-311150">
              <a:spcBef>
                <a:spcPts val="0"/>
              </a:spcBef>
              <a:spcAft>
                <a:spcPts val="0"/>
              </a:spcAft>
              <a:buSzPts val="1300"/>
              <a:buChar char="○"/>
              <a:defRPr sz="1300"/>
            </a:lvl5pPr>
            <a:lvl6pPr marL="2743200" lvl="5" indent="-311150">
              <a:spcBef>
                <a:spcPts val="0"/>
              </a:spcBef>
              <a:spcAft>
                <a:spcPts val="0"/>
              </a:spcAft>
              <a:buSzPts val="1300"/>
              <a:buChar char="■"/>
              <a:defRPr sz="1300"/>
            </a:lvl6pPr>
            <a:lvl7pPr marL="3200400" lvl="6" indent="-311150">
              <a:spcBef>
                <a:spcPts val="0"/>
              </a:spcBef>
              <a:spcAft>
                <a:spcPts val="0"/>
              </a:spcAft>
              <a:buSzPts val="1300"/>
              <a:buChar char="●"/>
              <a:defRPr sz="1300"/>
            </a:lvl7pPr>
            <a:lvl8pPr marL="3657600" lvl="7" indent="-311150">
              <a:spcBef>
                <a:spcPts val="0"/>
              </a:spcBef>
              <a:spcAft>
                <a:spcPts val="0"/>
              </a:spcAft>
              <a:buSzPts val="1300"/>
              <a:buChar char="○"/>
              <a:defRPr sz="1300"/>
            </a:lvl8pPr>
            <a:lvl9pPr marL="4114800" lvl="8" indent="-311150">
              <a:spcBef>
                <a:spcPts val="0"/>
              </a:spcBef>
              <a:spcAft>
                <a:spcPts val="0"/>
              </a:spcAft>
              <a:buSzPts val="1300"/>
              <a:buChar char="■"/>
              <a:defRPr sz="1300"/>
            </a:lvl9pPr>
          </a:lstStyle>
          <a:p>
            <a:endParaRPr/>
          </a:p>
        </p:txBody>
      </p:sp>
      <p:sp>
        <p:nvSpPr>
          <p:cNvPr id="75" name="Google Shape;75;p18"/>
          <p:cNvSpPr txBox="1">
            <a:spLocks noGrp="1"/>
          </p:cNvSpPr>
          <p:nvPr>
            <p:ph type="body" idx="2"/>
          </p:nvPr>
        </p:nvSpPr>
        <p:spPr>
          <a:xfrm>
            <a:off x="4832400" y="1152475"/>
            <a:ext cx="3999900" cy="3416400"/>
          </a:xfrm>
          <a:prstGeom prst="rect">
            <a:avLst/>
          </a:prstGeom>
          <a:noFill/>
          <a:ln>
            <a:noFill/>
          </a:ln>
        </p:spPr>
        <p:txBody>
          <a:bodyPr spcFirstLastPara="1" wrap="square" lIns="144975" tIns="144975" rIns="144975" bIns="144975" anchor="ctr" anchorCtr="0">
            <a:noAutofit/>
          </a:bodyPr>
          <a:lstStyle>
            <a:lvl1pPr marL="457200" lvl="0" indent="-317500">
              <a:spcBef>
                <a:spcPts val="0"/>
              </a:spcBef>
              <a:spcAft>
                <a:spcPts val="0"/>
              </a:spcAft>
              <a:buSzPts val="1400"/>
              <a:buChar char="●"/>
              <a:defRPr sz="1400"/>
            </a:lvl1pPr>
            <a:lvl2pPr marL="914400" lvl="1" indent="-311150">
              <a:spcBef>
                <a:spcPts val="0"/>
              </a:spcBef>
              <a:spcAft>
                <a:spcPts val="0"/>
              </a:spcAft>
              <a:buSzPts val="1300"/>
              <a:buChar char="○"/>
              <a:defRPr sz="1300"/>
            </a:lvl2pPr>
            <a:lvl3pPr marL="1371600" lvl="2" indent="-311150">
              <a:spcBef>
                <a:spcPts val="0"/>
              </a:spcBef>
              <a:spcAft>
                <a:spcPts val="0"/>
              </a:spcAft>
              <a:buSzPts val="1300"/>
              <a:buChar char="■"/>
              <a:defRPr sz="1300"/>
            </a:lvl3pPr>
            <a:lvl4pPr marL="1828800" lvl="3" indent="-311150">
              <a:spcBef>
                <a:spcPts val="0"/>
              </a:spcBef>
              <a:spcAft>
                <a:spcPts val="0"/>
              </a:spcAft>
              <a:buSzPts val="1300"/>
              <a:buChar char="●"/>
              <a:defRPr sz="1300"/>
            </a:lvl4pPr>
            <a:lvl5pPr marL="2286000" lvl="4" indent="-311150">
              <a:spcBef>
                <a:spcPts val="0"/>
              </a:spcBef>
              <a:spcAft>
                <a:spcPts val="0"/>
              </a:spcAft>
              <a:buSzPts val="1300"/>
              <a:buChar char="○"/>
              <a:defRPr sz="1300"/>
            </a:lvl5pPr>
            <a:lvl6pPr marL="2743200" lvl="5" indent="-311150">
              <a:spcBef>
                <a:spcPts val="0"/>
              </a:spcBef>
              <a:spcAft>
                <a:spcPts val="0"/>
              </a:spcAft>
              <a:buSzPts val="1300"/>
              <a:buChar char="■"/>
              <a:defRPr sz="1300"/>
            </a:lvl6pPr>
            <a:lvl7pPr marL="3200400" lvl="6" indent="-311150">
              <a:spcBef>
                <a:spcPts val="0"/>
              </a:spcBef>
              <a:spcAft>
                <a:spcPts val="0"/>
              </a:spcAft>
              <a:buSzPts val="1300"/>
              <a:buChar char="●"/>
              <a:defRPr sz="1300"/>
            </a:lvl7pPr>
            <a:lvl8pPr marL="3657600" lvl="7" indent="-311150">
              <a:spcBef>
                <a:spcPts val="0"/>
              </a:spcBef>
              <a:spcAft>
                <a:spcPts val="0"/>
              </a:spcAft>
              <a:buSzPts val="1300"/>
              <a:buChar char="○"/>
              <a:defRPr sz="1300"/>
            </a:lvl8pPr>
            <a:lvl9pPr marL="4114800" lvl="8" indent="-311150">
              <a:spcBef>
                <a:spcPts val="0"/>
              </a:spcBef>
              <a:spcAft>
                <a:spcPts val="0"/>
              </a:spcAft>
              <a:buSzPts val="1300"/>
              <a:buChar char="■"/>
              <a:defRPr sz="1300"/>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1111201"/>
            <a:ext cx="8520600" cy="572400"/>
          </a:xfrm>
          <a:prstGeom prst="rect">
            <a:avLst/>
          </a:prstGeom>
        </p:spPr>
        <p:txBody>
          <a:bodyPr spcFirstLastPara="1" wrap="square" lIns="91400" tIns="91400" rIns="91400" bIns="91400" anchor="t" anchorCtr="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79" name="Google Shape;79;p19"/>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311700" y="555600"/>
            <a:ext cx="2808000" cy="755700"/>
          </a:xfrm>
          <a:prstGeom prst="rect">
            <a:avLst/>
          </a:prstGeom>
        </p:spPr>
        <p:txBody>
          <a:bodyPr spcFirstLastPara="1" wrap="square" lIns="91400" tIns="91400" rIns="91400" bIns="91400"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2" name="Google Shape;82;p20"/>
          <p:cNvSpPr txBox="1">
            <a:spLocks noGrp="1"/>
          </p:cNvSpPr>
          <p:nvPr>
            <p:ph type="body" idx="1"/>
          </p:nvPr>
        </p:nvSpPr>
        <p:spPr>
          <a:xfrm>
            <a:off x="311700" y="1389600"/>
            <a:ext cx="2808000" cy="3179400"/>
          </a:xfrm>
          <a:prstGeom prst="rect">
            <a:avLst/>
          </a:prstGeom>
          <a:noFill/>
          <a:ln>
            <a:noFill/>
          </a:ln>
        </p:spPr>
        <p:txBody>
          <a:bodyPr spcFirstLastPara="1" wrap="square" lIns="144975" tIns="144975" rIns="144975" bIns="144975" anchor="ctr" anchorCtr="0">
            <a:noAutofit/>
          </a:bodyPr>
          <a:lstStyle>
            <a:lvl1pPr marL="457200" lvl="0" indent="-311150">
              <a:spcBef>
                <a:spcPts val="0"/>
              </a:spcBef>
              <a:spcAft>
                <a:spcPts val="0"/>
              </a:spcAft>
              <a:buSzPts val="1300"/>
              <a:buChar char="●"/>
              <a:defRPr sz="1300"/>
            </a:lvl1pPr>
            <a:lvl2pPr marL="914400" lvl="1" indent="-311150">
              <a:spcBef>
                <a:spcPts val="0"/>
              </a:spcBef>
              <a:spcAft>
                <a:spcPts val="0"/>
              </a:spcAft>
              <a:buSzPts val="1300"/>
              <a:buChar char="○"/>
              <a:defRPr sz="1300"/>
            </a:lvl2pPr>
            <a:lvl3pPr marL="1371600" lvl="2" indent="-311150">
              <a:spcBef>
                <a:spcPts val="0"/>
              </a:spcBef>
              <a:spcAft>
                <a:spcPts val="0"/>
              </a:spcAft>
              <a:buSzPts val="1300"/>
              <a:buChar char="■"/>
              <a:defRPr sz="1300"/>
            </a:lvl3pPr>
            <a:lvl4pPr marL="1828800" lvl="3" indent="-311150">
              <a:spcBef>
                <a:spcPts val="0"/>
              </a:spcBef>
              <a:spcAft>
                <a:spcPts val="0"/>
              </a:spcAft>
              <a:buSzPts val="1300"/>
              <a:buChar char="●"/>
              <a:defRPr sz="1300"/>
            </a:lvl4pPr>
            <a:lvl5pPr marL="2286000" lvl="4" indent="-311150">
              <a:spcBef>
                <a:spcPts val="0"/>
              </a:spcBef>
              <a:spcAft>
                <a:spcPts val="0"/>
              </a:spcAft>
              <a:buSzPts val="1300"/>
              <a:buChar char="○"/>
              <a:defRPr sz="1300"/>
            </a:lvl5pPr>
            <a:lvl6pPr marL="2743200" lvl="5" indent="-311150">
              <a:spcBef>
                <a:spcPts val="0"/>
              </a:spcBef>
              <a:spcAft>
                <a:spcPts val="0"/>
              </a:spcAft>
              <a:buSzPts val="1300"/>
              <a:buChar char="■"/>
              <a:defRPr sz="1300"/>
            </a:lvl6pPr>
            <a:lvl7pPr marL="3200400" lvl="6" indent="-311150">
              <a:spcBef>
                <a:spcPts val="0"/>
              </a:spcBef>
              <a:spcAft>
                <a:spcPts val="0"/>
              </a:spcAft>
              <a:buSzPts val="1300"/>
              <a:buChar char="●"/>
              <a:defRPr sz="1300"/>
            </a:lvl7pPr>
            <a:lvl8pPr marL="3657600" lvl="7" indent="-311150">
              <a:spcBef>
                <a:spcPts val="0"/>
              </a:spcBef>
              <a:spcAft>
                <a:spcPts val="0"/>
              </a:spcAft>
              <a:buSzPts val="1300"/>
              <a:buChar char="○"/>
              <a:defRPr sz="1300"/>
            </a:lvl8pPr>
            <a:lvl9pPr marL="4114800" lvl="8" indent="-311150">
              <a:spcBef>
                <a:spcPts val="0"/>
              </a:spcBef>
              <a:spcAft>
                <a:spcPts val="0"/>
              </a:spcAft>
              <a:buSzPts val="1300"/>
              <a:buChar char="■"/>
              <a:defRPr sz="1300"/>
            </a:lvl9pPr>
          </a:lstStyle>
          <a:p>
            <a:endParaRPr/>
          </a:p>
        </p:txBody>
      </p:sp>
      <p:sp>
        <p:nvSpPr>
          <p:cNvPr id="83" name="Google Shape;83;p20"/>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490250" y="450150"/>
            <a:ext cx="6367800" cy="4090500"/>
          </a:xfrm>
          <a:prstGeom prst="rect">
            <a:avLst/>
          </a:prstGeom>
        </p:spPr>
        <p:txBody>
          <a:bodyPr spcFirstLastPara="1" wrap="square" lIns="91400" tIns="91400" rIns="91400" bIns="91400"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6" name="Google Shape;86;p21"/>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sp>
        <p:nvSpPr>
          <p:cNvPr id="88" name="Google Shape;88;p22"/>
          <p:cNvSpPr/>
          <p:nvPr/>
        </p:nvSpPr>
        <p:spPr>
          <a:xfrm>
            <a:off x="4572000" y="-125"/>
            <a:ext cx="4572300" cy="5143500"/>
          </a:xfrm>
          <a:prstGeom prst="rect">
            <a:avLst/>
          </a:prstGeom>
          <a:solidFill>
            <a:schemeClr val="lt2"/>
          </a:solidFill>
          <a:ln>
            <a:noFill/>
          </a:ln>
        </p:spPr>
        <p:txBody>
          <a:bodyPr spcFirstLastPara="1" wrap="square" lIns="91400" tIns="91400" rIns="91400" bIns="91400" anchor="ctr" anchorCtr="0">
            <a:noAutofit/>
          </a:bodyPr>
          <a:lstStyle/>
          <a:p>
            <a:pPr marL="0" lvl="0" indent="0" algn="l" rtl="0">
              <a:spcBef>
                <a:spcPts val="0"/>
              </a:spcBef>
              <a:spcAft>
                <a:spcPts val="0"/>
              </a:spcAft>
              <a:buNone/>
            </a:pPr>
            <a:endParaRPr/>
          </a:p>
        </p:txBody>
      </p:sp>
      <p:sp>
        <p:nvSpPr>
          <p:cNvPr id="89" name="Google Shape;89;p22"/>
          <p:cNvSpPr txBox="1">
            <a:spLocks noGrp="1"/>
          </p:cNvSpPr>
          <p:nvPr>
            <p:ph type="title"/>
          </p:nvPr>
        </p:nvSpPr>
        <p:spPr>
          <a:xfrm>
            <a:off x="265500" y="1233175"/>
            <a:ext cx="4044900" cy="1482300"/>
          </a:xfrm>
          <a:prstGeom prst="rect">
            <a:avLst/>
          </a:prstGeom>
        </p:spPr>
        <p:txBody>
          <a:bodyPr spcFirstLastPara="1" wrap="square" lIns="91400" tIns="91400" rIns="91400" bIns="91400" anchor="b" anchorCtr="0">
            <a:normAutofit/>
          </a:bodyPr>
          <a:lstStyle>
            <a:lvl1pPr lvl="0" algn="ctr">
              <a:spcBef>
                <a:spcPts val="0"/>
              </a:spcBef>
              <a:spcAft>
                <a:spcPts val="0"/>
              </a:spcAft>
              <a:buSzPts val="4100"/>
              <a:buNone/>
              <a:defRPr sz="4100"/>
            </a:lvl1pPr>
            <a:lvl2pPr lvl="1" algn="ctr">
              <a:spcBef>
                <a:spcPts val="0"/>
              </a:spcBef>
              <a:spcAft>
                <a:spcPts val="0"/>
              </a:spcAft>
              <a:buSzPts val="4100"/>
              <a:buNone/>
              <a:defRPr sz="4100"/>
            </a:lvl2pPr>
            <a:lvl3pPr lvl="2" algn="ctr">
              <a:spcBef>
                <a:spcPts val="0"/>
              </a:spcBef>
              <a:spcAft>
                <a:spcPts val="0"/>
              </a:spcAft>
              <a:buSzPts val="4100"/>
              <a:buNone/>
              <a:defRPr sz="4100"/>
            </a:lvl3pPr>
            <a:lvl4pPr lvl="3" algn="ctr">
              <a:spcBef>
                <a:spcPts val="0"/>
              </a:spcBef>
              <a:spcAft>
                <a:spcPts val="0"/>
              </a:spcAft>
              <a:buSzPts val="4100"/>
              <a:buNone/>
              <a:defRPr sz="4100"/>
            </a:lvl4pPr>
            <a:lvl5pPr lvl="4" algn="ctr">
              <a:spcBef>
                <a:spcPts val="0"/>
              </a:spcBef>
              <a:spcAft>
                <a:spcPts val="0"/>
              </a:spcAft>
              <a:buSzPts val="4100"/>
              <a:buNone/>
              <a:defRPr sz="4100"/>
            </a:lvl5pPr>
            <a:lvl6pPr lvl="5" algn="ctr">
              <a:spcBef>
                <a:spcPts val="0"/>
              </a:spcBef>
              <a:spcAft>
                <a:spcPts val="0"/>
              </a:spcAft>
              <a:buSzPts val="4100"/>
              <a:buNone/>
              <a:defRPr sz="4100"/>
            </a:lvl6pPr>
            <a:lvl7pPr lvl="6" algn="ctr">
              <a:spcBef>
                <a:spcPts val="0"/>
              </a:spcBef>
              <a:spcAft>
                <a:spcPts val="0"/>
              </a:spcAft>
              <a:buSzPts val="4100"/>
              <a:buNone/>
              <a:defRPr sz="4100"/>
            </a:lvl7pPr>
            <a:lvl8pPr lvl="7" algn="ctr">
              <a:spcBef>
                <a:spcPts val="0"/>
              </a:spcBef>
              <a:spcAft>
                <a:spcPts val="0"/>
              </a:spcAft>
              <a:buSzPts val="4100"/>
              <a:buNone/>
              <a:defRPr sz="4100"/>
            </a:lvl8pPr>
            <a:lvl9pPr lvl="8" algn="ctr">
              <a:spcBef>
                <a:spcPts val="0"/>
              </a:spcBef>
              <a:spcAft>
                <a:spcPts val="0"/>
              </a:spcAft>
              <a:buSzPts val="4100"/>
              <a:buNone/>
              <a:defRPr sz="4100"/>
            </a:lvl9pPr>
          </a:lstStyle>
          <a:p>
            <a:endParaRPr/>
          </a:p>
        </p:txBody>
      </p:sp>
      <p:sp>
        <p:nvSpPr>
          <p:cNvPr id="90" name="Google Shape;90;p22"/>
          <p:cNvSpPr txBox="1">
            <a:spLocks noGrp="1"/>
          </p:cNvSpPr>
          <p:nvPr>
            <p:ph type="subTitle" idx="1"/>
          </p:nvPr>
        </p:nvSpPr>
        <p:spPr>
          <a:xfrm>
            <a:off x="265500" y="2803075"/>
            <a:ext cx="4044900" cy="1235100"/>
          </a:xfrm>
          <a:prstGeom prst="rect">
            <a:avLst/>
          </a:prstGeom>
          <a:noFill/>
          <a:ln>
            <a:noFill/>
          </a:ln>
        </p:spPr>
        <p:txBody>
          <a:bodyPr spcFirstLastPara="1" wrap="square" lIns="144975" tIns="144975" rIns="144975" bIns="14497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1" name="Google Shape;91;p22"/>
          <p:cNvSpPr txBox="1">
            <a:spLocks noGrp="1"/>
          </p:cNvSpPr>
          <p:nvPr>
            <p:ph type="body" idx="2"/>
          </p:nvPr>
        </p:nvSpPr>
        <p:spPr>
          <a:xfrm>
            <a:off x="4939500" y="724075"/>
            <a:ext cx="3837000" cy="3694800"/>
          </a:xfrm>
          <a:prstGeom prst="rect">
            <a:avLst/>
          </a:prstGeom>
          <a:noFill/>
          <a:ln>
            <a:noFill/>
          </a:ln>
        </p:spPr>
        <p:txBody>
          <a:bodyPr spcFirstLastPara="1" wrap="square" lIns="144975" tIns="144975" rIns="144975" bIns="144975" anchor="ctr" anchorCtr="0">
            <a:noAutofit/>
          </a:bodyPr>
          <a:lstStyle>
            <a:lvl1pPr marL="457200" lvl="0" indent="-368300">
              <a:spcBef>
                <a:spcPts val="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92" name="Google Shape;92;p22"/>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3"/>
        <p:cNvGrpSpPr/>
        <p:nvPr/>
      </p:nvGrpSpPr>
      <p:grpSpPr>
        <a:xfrm>
          <a:off x="0" y="0"/>
          <a:ext cx="0" cy="0"/>
          <a:chOff x="0" y="0"/>
          <a:chExt cx="0" cy="0"/>
        </a:xfrm>
      </p:grpSpPr>
      <p:sp>
        <p:nvSpPr>
          <p:cNvPr id="94" name="Google Shape;94;p23"/>
          <p:cNvSpPr txBox="1">
            <a:spLocks noGrp="1"/>
          </p:cNvSpPr>
          <p:nvPr>
            <p:ph type="body" idx="1"/>
          </p:nvPr>
        </p:nvSpPr>
        <p:spPr>
          <a:xfrm>
            <a:off x="311700" y="4230575"/>
            <a:ext cx="5999100" cy="604800"/>
          </a:xfrm>
          <a:prstGeom prst="rect">
            <a:avLst/>
          </a:prstGeom>
          <a:noFill/>
          <a:ln>
            <a:noFill/>
          </a:ln>
        </p:spPr>
        <p:txBody>
          <a:bodyPr spcFirstLastPara="1" wrap="square" lIns="144975" tIns="144975" rIns="144975" bIns="144975" anchor="ctr" anchorCtr="0">
            <a:noAutofit/>
          </a:bodyPr>
          <a:lstStyle>
            <a:lvl1pPr marL="457200" lvl="0" indent="-228600">
              <a:lnSpc>
                <a:spcPct val="100000"/>
              </a:lnSpc>
              <a:spcBef>
                <a:spcPts val="0"/>
              </a:spcBef>
              <a:spcAft>
                <a:spcPts val="0"/>
              </a:spcAft>
              <a:buSzPts val="2200"/>
              <a:buNone/>
              <a:defRPr sz="2200"/>
            </a:lvl1pPr>
          </a:lstStyle>
          <a:p>
            <a:endParaRPr/>
          </a:p>
        </p:txBody>
      </p:sp>
      <p:sp>
        <p:nvSpPr>
          <p:cNvPr id="95" name="Google Shape;95;p23"/>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6"/>
        <p:cNvGrpSpPr/>
        <p:nvPr/>
      </p:nvGrpSpPr>
      <p:grpSpPr>
        <a:xfrm>
          <a:off x="0" y="0"/>
          <a:ext cx="0" cy="0"/>
          <a:chOff x="0" y="0"/>
          <a:chExt cx="0" cy="0"/>
        </a:xfrm>
      </p:grpSpPr>
      <p:sp>
        <p:nvSpPr>
          <p:cNvPr id="97" name="Google Shape;97;p24"/>
          <p:cNvSpPr txBox="1">
            <a:spLocks noGrp="1"/>
          </p:cNvSpPr>
          <p:nvPr>
            <p:ph type="title" hasCustomPrompt="1"/>
          </p:nvPr>
        </p:nvSpPr>
        <p:spPr>
          <a:xfrm>
            <a:off x="311700" y="1106125"/>
            <a:ext cx="8520600" cy="1963500"/>
          </a:xfrm>
          <a:prstGeom prst="rect">
            <a:avLst/>
          </a:prstGeom>
        </p:spPr>
        <p:txBody>
          <a:bodyPr spcFirstLastPara="1" wrap="square" lIns="91400" tIns="91400" rIns="91400" bIns="91400" anchor="b" anchorCtr="0">
            <a:normAutofit/>
          </a:bodyPr>
          <a:lstStyle>
            <a:lvl1pPr lvl="0" algn="ctr">
              <a:spcBef>
                <a:spcPts val="0"/>
              </a:spcBef>
              <a:spcAft>
                <a:spcPts val="0"/>
              </a:spcAft>
              <a:buSzPts val="12100"/>
              <a:buNone/>
              <a:defRPr sz="12100"/>
            </a:lvl1pPr>
            <a:lvl2pPr lvl="1" algn="ctr">
              <a:spcBef>
                <a:spcPts val="0"/>
              </a:spcBef>
              <a:spcAft>
                <a:spcPts val="0"/>
              </a:spcAft>
              <a:buSzPts val="12100"/>
              <a:buNone/>
              <a:defRPr sz="12100"/>
            </a:lvl2pPr>
            <a:lvl3pPr lvl="2" algn="ctr">
              <a:spcBef>
                <a:spcPts val="0"/>
              </a:spcBef>
              <a:spcAft>
                <a:spcPts val="0"/>
              </a:spcAft>
              <a:buSzPts val="12100"/>
              <a:buNone/>
              <a:defRPr sz="12100"/>
            </a:lvl3pPr>
            <a:lvl4pPr lvl="3" algn="ctr">
              <a:spcBef>
                <a:spcPts val="0"/>
              </a:spcBef>
              <a:spcAft>
                <a:spcPts val="0"/>
              </a:spcAft>
              <a:buSzPts val="12100"/>
              <a:buNone/>
              <a:defRPr sz="12100"/>
            </a:lvl4pPr>
            <a:lvl5pPr lvl="4" algn="ctr">
              <a:spcBef>
                <a:spcPts val="0"/>
              </a:spcBef>
              <a:spcAft>
                <a:spcPts val="0"/>
              </a:spcAft>
              <a:buSzPts val="12100"/>
              <a:buNone/>
              <a:defRPr sz="12100"/>
            </a:lvl5pPr>
            <a:lvl6pPr lvl="5" algn="ctr">
              <a:spcBef>
                <a:spcPts val="0"/>
              </a:spcBef>
              <a:spcAft>
                <a:spcPts val="0"/>
              </a:spcAft>
              <a:buSzPts val="12100"/>
              <a:buNone/>
              <a:defRPr sz="12100"/>
            </a:lvl6pPr>
            <a:lvl7pPr lvl="6" algn="ctr">
              <a:spcBef>
                <a:spcPts val="0"/>
              </a:spcBef>
              <a:spcAft>
                <a:spcPts val="0"/>
              </a:spcAft>
              <a:buSzPts val="12100"/>
              <a:buNone/>
              <a:defRPr sz="12100"/>
            </a:lvl7pPr>
            <a:lvl8pPr lvl="7" algn="ctr">
              <a:spcBef>
                <a:spcPts val="0"/>
              </a:spcBef>
              <a:spcAft>
                <a:spcPts val="0"/>
              </a:spcAft>
              <a:buSzPts val="12100"/>
              <a:buNone/>
              <a:defRPr sz="12100"/>
            </a:lvl8pPr>
            <a:lvl9pPr lvl="8" algn="ctr">
              <a:spcBef>
                <a:spcPts val="0"/>
              </a:spcBef>
              <a:spcAft>
                <a:spcPts val="0"/>
              </a:spcAft>
              <a:buSzPts val="12100"/>
              <a:buNone/>
              <a:defRPr sz="12100"/>
            </a:lvl9pPr>
          </a:lstStyle>
          <a:p>
            <a:r>
              <a:t>xx%</a:t>
            </a:r>
          </a:p>
        </p:txBody>
      </p:sp>
      <p:sp>
        <p:nvSpPr>
          <p:cNvPr id="98" name="Google Shape;98;p24"/>
          <p:cNvSpPr txBox="1">
            <a:spLocks noGrp="1"/>
          </p:cNvSpPr>
          <p:nvPr>
            <p:ph type="body" idx="1"/>
          </p:nvPr>
        </p:nvSpPr>
        <p:spPr>
          <a:xfrm>
            <a:off x="311700" y="3152225"/>
            <a:ext cx="8520600" cy="1300500"/>
          </a:xfrm>
          <a:prstGeom prst="rect">
            <a:avLst/>
          </a:prstGeom>
          <a:noFill/>
          <a:ln>
            <a:noFill/>
          </a:ln>
        </p:spPr>
        <p:txBody>
          <a:bodyPr spcFirstLastPara="1" wrap="square" lIns="144975" tIns="144975" rIns="144975" bIns="144975" anchor="ctr" anchorCtr="0">
            <a:noAutofit/>
          </a:bodyPr>
          <a:lstStyle>
            <a:lvl1pPr marL="457200" lvl="0" indent="-368300" algn="ctr">
              <a:spcBef>
                <a:spcPts val="0"/>
              </a:spcBef>
              <a:spcAft>
                <a:spcPts val="0"/>
              </a:spcAft>
              <a:buSzPts val="2200"/>
              <a:buChar char="●"/>
              <a:defRPr sz="2200"/>
            </a:lvl1pPr>
            <a:lvl2pPr marL="914400" lvl="1" indent="-368300" algn="ctr">
              <a:spcBef>
                <a:spcPts val="0"/>
              </a:spcBef>
              <a:spcAft>
                <a:spcPts val="0"/>
              </a:spcAft>
              <a:buSzPts val="2200"/>
              <a:buChar char="○"/>
              <a:defRPr sz="2200"/>
            </a:lvl2pPr>
            <a:lvl3pPr marL="1371600" lvl="2" indent="-368300" algn="ctr">
              <a:spcBef>
                <a:spcPts val="0"/>
              </a:spcBef>
              <a:spcAft>
                <a:spcPts val="0"/>
              </a:spcAft>
              <a:buSzPts val="2200"/>
              <a:buChar char="■"/>
              <a:defRPr sz="2200"/>
            </a:lvl3pPr>
            <a:lvl4pPr marL="1828800" lvl="3" indent="-368300" algn="ctr">
              <a:spcBef>
                <a:spcPts val="0"/>
              </a:spcBef>
              <a:spcAft>
                <a:spcPts val="0"/>
              </a:spcAft>
              <a:buSzPts val="2200"/>
              <a:buChar char="●"/>
              <a:defRPr sz="2200"/>
            </a:lvl4pPr>
            <a:lvl5pPr marL="2286000" lvl="4" indent="-368300" algn="ctr">
              <a:spcBef>
                <a:spcPts val="0"/>
              </a:spcBef>
              <a:spcAft>
                <a:spcPts val="0"/>
              </a:spcAft>
              <a:buSzPts val="2200"/>
              <a:buChar char="○"/>
              <a:defRPr sz="2200"/>
            </a:lvl5pPr>
            <a:lvl6pPr marL="2743200" lvl="5" indent="-368300" algn="ctr">
              <a:spcBef>
                <a:spcPts val="0"/>
              </a:spcBef>
              <a:spcAft>
                <a:spcPts val="0"/>
              </a:spcAft>
              <a:buSzPts val="2200"/>
              <a:buChar char="■"/>
              <a:defRPr sz="2200"/>
            </a:lvl6pPr>
            <a:lvl7pPr marL="3200400" lvl="6" indent="-368300" algn="ctr">
              <a:spcBef>
                <a:spcPts val="0"/>
              </a:spcBef>
              <a:spcAft>
                <a:spcPts val="0"/>
              </a:spcAft>
              <a:buSzPts val="2200"/>
              <a:buChar char="●"/>
              <a:defRPr sz="2200"/>
            </a:lvl7pPr>
            <a:lvl8pPr marL="3657600" lvl="7" indent="-368300" algn="ctr">
              <a:spcBef>
                <a:spcPts val="0"/>
              </a:spcBef>
              <a:spcAft>
                <a:spcPts val="0"/>
              </a:spcAft>
              <a:buSzPts val="2200"/>
              <a:buChar char="○"/>
              <a:defRPr sz="2200"/>
            </a:lvl8pPr>
            <a:lvl9pPr marL="4114800" lvl="8" indent="-368300" algn="ctr">
              <a:spcBef>
                <a:spcPts val="0"/>
              </a:spcBef>
              <a:spcAft>
                <a:spcPts val="0"/>
              </a:spcAft>
              <a:buSzPts val="2200"/>
              <a:buChar char="■"/>
              <a:defRPr sz="2200"/>
            </a:lvl9pPr>
          </a:lstStyle>
          <a:p>
            <a:endParaRPr/>
          </a:p>
        </p:txBody>
      </p:sp>
      <p:sp>
        <p:nvSpPr>
          <p:cNvPr id="99" name="Google Shape;99;p24"/>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0"/>
        <p:cNvGrpSpPr/>
        <p:nvPr/>
      </p:nvGrpSpPr>
      <p:grpSpPr>
        <a:xfrm>
          <a:off x="0" y="0"/>
          <a:ext cx="0" cy="0"/>
          <a:chOff x="0" y="0"/>
          <a:chExt cx="0" cy="0"/>
        </a:xfrm>
      </p:grpSpPr>
      <p:sp>
        <p:nvSpPr>
          <p:cNvPr id="101" name="Google Shape;101;p25"/>
          <p:cNvSpPr txBox="1">
            <a:spLocks noGrp="1"/>
          </p:cNvSpPr>
          <p:nvPr>
            <p:ph type="sldNum" idx="12"/>
          </p:nvPr>
        </p:nvSpPr>
        <p:spPr>
          <a:xfrm>
            <a:off x="8472458" y="4663217"/>
            <a:ext cx="548700" cy="393600"/>
          </a:xfrm>
          <a:prstGeom prst="rect">
            <a:avLst/>
          </a:prstGeom>
        </p:spPr>
        <p:txBody>
          <a:bodyPr spcFirstLastPara="1" wrap="square" lIns="91400" tIns="91400" rIns="91400" bIns="914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122719" y="114965"/>
            <a:ext cx="5611200" cy="387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900"/>
              <a:buNone/>
              <a:defRPr sz="2200" b="1" i="0">
                <a:solidFill>
                  <a:schemeClr val="lt1"/>
                </a:solidFill>
                <a:latin typeface="Arial"/>
                <a:ea typeface="Arial"/>
                <a:cs typeface="Arial"/>
                <a:sym typeface="Arial"/>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104" name="Google Shape;104;p26"/>
          <p:cNvSpPr txBox="1">
            <a:spLocks noGrp="1"/>
          </p:cNvSpPr>
          <p:nvPr>
            <p:ph type="body" idx="1"/>
          </p:nvPr>
        </p:nvSpPr>
        <p:spPr>
          <a:xfrm>
            <a:off x="4880861" y="1279047"/>
            <a:ext cx="3799500" cy="1198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200"/>
              <a:buNone/>
              <a:defRPr sz="1700" b="0" i="0">
                <a:solidFill>
                  <a:schemeClr val="dk1"/>
                </a:solidFill>
                <a:latin typeface="Tahoma"/>
                <a:ea typeface="Tahoma"/>
                <a:cs typeface="Tahoma"/>
                <a:sym typeface="Tahoma"/>
              </a:defRPr>
            </a:lvl1pPr>
            <a:lvl2pPr marL="914400" lvl="1" indent="-228600" algn="l">
              <a:spcBef>
                <a:spcPts val="0"/>
              </a:spcBef>
              <a:spcAft>
                <a:spcPts val="0"/>
              </a:spcAft>
              <a:buSzPts val="2200"/>
              <a:buNone/>
              <a:defRPr sz="2200"/>
            </a:lvl2pPr>
            <a:lvl3pPr marL="1371600" lvl="2" indent="-228600" algn="l">
              <a:spcBef>
                <a:spcPts val="0"/>
              </a:spcBef>
              <a:spcAft>
                <a:spcPts val="0"/>
              </a:spcAft>
              <a:buSzPts val="2200"/>
              <a:buNone/>
              <a:defRPr sz="2200"/>
            </a:lvl3pPr>
            <a:lvl4pPr marL="1828800" lvl="3" indent="-228600" algn="l">
              <a:spcBef>
                <a:spcPts val="0"/>
              </a:spcBef>
              <a:spcAft>
                <a:spcPts val="0"/>
              </a:spcAft>
              <a:buSzPts val="2200"/>
              <a:buNone/>
              <a:defRPr sz="2200"/>
            </a:lvl4pPr>
            <a:lvl5pPr marL="2286000" lvl="4" indent="-228600" algn="l">
              <a:spcBef>
                <a:spcPts val="0"/>
              </a:spcBef>
              <a:spcAft>
                <a:spcPts val="0"/>
              </a:spcAft>
              <a:buSzPts val="2200"/>
              <a:buNone/>
              <a:defRPr sz="2200"/>
            </a:lvl5pPr>
            <a:lvl6pPr marL="2743200" lvl="5" indent="-228600" algn="l">
              <a:spcBef>
                <a:spcPts val="0"/>
              </a:spcBef>
              <a:spcAft>
                <a:spcPts val="0"/>
              </a:spcAft>
              <a:buSzPts val="2200"/>
              <a:buNone/>
              <a:defRPr sz="2200"/>
            </a:lvl6pPr>
            <a:lvl7pPr marL="3200400" lvl="6" indent="-228600" algn="l">
              <a:spcBef>
                <a:spcPts val="0"/>
              </a:spcBef>
              <a:spcAft>
                <a:spcPts val="0"/>
              </a:spcAft>
              <a:buSzPts val="2200"/>
              <a:buNone/>
              <a:defRPr sz="2200"/>
            </a:lvl7pPr>
            <a:lvl8pPr marL="3657600" lvl="7" indent="-228600" algn="l">
              <a:spcBef>
                <a:spcPts val="0"/>
              </a:spcBef>
              <a:spcAft>
                <a:spcPts val="0"/>
              </a:spcAft>
              <a:buSzPts val="2200"/>
              <a:buNone/>
              <a:defRPr sz="2200"/>
            </a:lvl8pPr>
            <a:lvl9pPr marL="4114800" lvl="8" indent="-228600" algn="l">
              <a:spcBef>
                <a:spcPts val="0"/>
              </a:spcBef>
              <a:spcAft>
                <a:spcPts val="0"/>
              </a:spcAft>
              <a:buSzPts val="2200"/>
              <a:buNone/>
              <a:defRPr sz="2200"/>
            </a:lvl9pPr>
          </a:lstStyle>
          <a:p>
            <a:endParaRPr/>
          </a:p>
        </p:txBody>
      </p:sp>
      <p:sp>
        <p:nvSpPr>
          <p:cNvPr id="105" name="Google Shape;105;p26"/>
          <p:cNvSpPr txBox="1">
            <a:spLocks noGrp="1"/>
          </p:cNvSpPr>
          <p:nvPr>
            <p:ph type="ftr" idx="11"/>
          </p:nvPr>
        </p:nvSpPr>
        <p:spPr>
          <a:xfrm>
            <a:off x="3108960" y="4783454"/>
            <a:ext cx="2925900" cy="2574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06" name="Google Shape;106;p26"/>
          <p:cNvSpPr txBox="1">
            <a:spLocks noGrp="1"/>
          </p:cNvSpPr>
          <p:nvPr>
            <p:ph type="dt" idx="10"/>
          </p:nvPr>
        </p:nvSpPr>
        <p:spPr>
          <a:xfrm>
            <a:off x="457200" y="4783454"/>
            <a:ext cx="2103000" cy="25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07" name="Google Shape;107;p26"/>
          <p:cNvSpPr txBox="1">
            <a:spLocks noGrp="1"/>
          </p:cNvSpPr>
          <p:nvPr>
            <p:ph type="sldNum" idx="12"/>
          </p:nvPr>
        </p:nvSpPr>
        <p:spPr>
          <a:xfrm>
            <a:off x="8595863" y="4953905"/>
            <a:ext cx="403500" cy="327000"/>
          </a:xfrm>
          <a:prstGeom prst="rect">
            <a:avLst/>
          </a:prstGeom>
          <a:noFill/>
          <a:ln>
            <a:noFill/>
          </a:ln>
        </p:spPr>
        <p:txBody>
          <a:bodyPr spcFirstLastPara="1" wrap="square" lIns="0" tIns="0" rIns="0" bIns="0" anchor="t" anchorCtr="0">
            <a:spAutoFit/>
          </a:bodyPr>
          <a:lstStyle>
            <a:lvl1pPr marL="88900" lvl="0" indent="0">
              <a:lnSpc>
                <a:spcPct val="112500"/>
              </a:lnSpc>
              <a:spcBef>
                <a:spcPts val="0"/>
              </a:spcBef>
              <a:buNone/>
              <a:defRPr sz="1000" b="0" i="0">
                <a:solidFill>
                  <a:schemeClr val="dk1"/>
                </a:solidFill>
                <a:latin typeface="Arial"/>
                <a:ea typeface="Arial"/>
                <a:cs typeface="Arial"/>
                <a:sym typeface="Arial"/>
              </a:defRPr>
            </a:lvl1pPr>
            <a:lvl2pPr marL="88900" lvl="1" indent="0">
              <a:lnSpc>
                <a:spcPct val="112500"/>
              </a:lnSpc>
              <a:spcBef>
                <a:spcPts val="0"/>
              </a:spcBef>
              <a:buNone/>
              <a:defRPr sz="1000" b="0" i="0">
                <a:solidFill>
                  <a:schemeClr val="dk1"/>
                </a:solidFill>
                <a:latin typeface="Arial"/>
                <a:ea typeface="Arial"/>
                <a:cs typeface="Arial"/>
                <a:sym typeface="Arial"/>
              </a:defRPr>
            </a:lvl2pPr>
            <a:lvl3pPr marL="88900" lvl="2" indent="0">
              <a:lnSpc>
                <a:spcPct val="112500"/>
              </a:lnSpc>
              <a:spcBef>
                <a:spcPts val="0"/>
              </a:spcBef>
              <a:buNone/>
              <a:defRPr sz="1000" b="0" i="0">
                <a:solidFill>
                  <a:schemeClr val="dk1"/>
                </a:solidFill>
                <a:latin typeface="Arial"/>
                <a:ea typeface="Arial"/>
                <a:cs typeface="Arial"/>
                <a:sym typeface="Arial"/>
              </a:defRPr>
            </a:lvl3pPr>
            <a:lvl4pPr marL="88900" lvl="3" indent="0">
              <a:lnSpc>
                <a:spcPct val="112500"/>
              </a:lnSpc>
              <a:spcBef>
                <a:spcPts val="0"/>
              </a:spcBef>
              <a:buNone/>
              <a:defRPr sz="1000" b="0" i="0">
                <a:solidFill>
                  <a:schemeClr val="dk1"/>
                </a:solidFill>
                <a:latin typeface="Arial"/>
                <a:ea typeface="Arial"/>
                <a:cs typeface="Arial"/>
                <a:sym typeface="Arial"/>
              </a:defRPr>
            </a:lvl4pPr>
            <a:lvl5pPr marL="88900" lvl="4" indent="0">
              <a:lnSpc>
                <a:spcPct val="112500"/>
              </a:lnSpc>
              <a:spcBef>
                <a:spcPts val="0"/>
              </a:spcBef>
              <a:buNone/>
              <a:defRPr sz="1000" b="0" i="0">
                <a:solidFill>
                  <a:schemeClr val="dk1"/>
                </a:solidFill>
                <a:latin typeface="Arial"/>
                <a:ea typeface="Arial"/>
                <a:cs typeface="Arial"/>
                <a:sym typeface="Arial"/>
              </a:defRPr>
            </a:lvl5pPr>
            <a:lvl6pPr marL="88900" lvl="5" indent="0">
              <a:lnSpc>
                <a:spcPct val="112500"/>
              </a:lnSpc>
              <a:spcBef>
                <a:spcPts val="0"/>
              </a:spcBef>
              <a:buNone/>
              <a:defRPr sz="1000" b="0" i="0">
                <a:solidFill>
                  <a:schemeClr val="dk1"/>
                </a:solidFill>
                <a:latin typeface="Arial"/>
                <a:ea typeface="Arial"/>
                <a:cs typeface="Arial"/>
                <a:sym typeface="Arial"/>
              </a:defRPr>
            </a:lvl6pPr>
            <a:lvl7pPr marL="88900" lvl="6" indent="0">
              <a:lnSpc>
                <a:spcPct val="112500"/>
              </a:lnSpc>
              <a:spcBef>
                <a:spcPts val="0"/>
              </a:spcBef>
              <a:buNone/>
              <a:defRPr sz="1000" b="0" i="0">
                <a:solidFill>
                  <a:schemeClr val="dk1"/>
                </a:solidFill>
                <a:latin typeface="Arial"/>
                <a:ea typeface="Arial"/>
                <a:cs typeface="Arial"/>
                <a:sym typeface="Arial"/>
              </a:defRPr>
            </a:lvl7pPr>
            <a:lvl8pPr marL="88900" lvl="7" indent="0">
              <a:lnSpc>
                <a:spcPct val="112500"/>
              </a:lnSpc>
              <a:spcBef>
                <a:spcPts val="0"/>
              </a:spcBef>
              <a:buNone/>
              <a:defRPr sz="1000" b="0" i="0">
                <a:solidFill>
                  <a:schemeClr val="dk1"/>
                </a:solidFill>
                <a:latin typeface="Arial"/>
                <a:ea typeface="Arial"/>
                <a:cs typeface="Arial"/>
                <a:sym typeface="Arial"/>
              </a:defRPr>
            </a:lvl8pPr>
            <a:lvl9pPr marL="88900" lvl="8" indent="0">
              <a:lnSpc>
                <a:spcPct val="112500"/>
              </a:lnSpc>
              <a:spcBef>
                <a:spcPts val="0"/>
              </a:spcBef>
              <a:buNone/>
              <a:defRPr sz="1000" b="0" i="0">
                <a:solidFill>
                  <a:schemeClr val="dk1"/>
                </a:solidFill>
                <a:latin typeface="Arial"/>
                <a:ea typeface="Arial"/>
                <a:cs typeface="Arial"/>
                <a:sym typeface="Arial"/>
              </a:defRPr>
            </a:lvl9pPr>
          </a:lstStyle>
          <a:p>
            <a:pPr marL="88900" lvl="0" indent="0" algn="r" rtl="0">
              <a:spcBef>
                <a:spcPts val="0"/>
              </a:spcBef>
              <a:spcAft>
                <a:spcPts val="0"/>
              </a:spcAft>
              <a:buNone/>
            </a:pPr>
            <a:fld id="{00000000-1234-1234-1234-123412341234}" type="slidenum">
              <a:rPr lang="en"/>
              <a:t>‹#›</a:t>
            </a:fld>
            <a:r>
              <a:rPr lang="en"/>
              <a:t> / 14</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08"/>
        <p:cNvGrpSpPr/>
        <p:nvPr/>
      </p:nvGrpSpPr>
      <p:grpSpPr>
        <a:xfrm>
          <a:off x="0" y="0"/>
          <a:ext cx="0" cy="0"/>
          <a:chOff x="0" y="0"/>
          <a:chExt cx="0" cy="0"/>
        </a:xfrm>
      </p:grpSpPr>
      <p:sp>
        <p:nvSpPr>
          <p:cNvPr id="109" name="Google Shape;109;p27"/>
          <p:cNvSpPr txBox="1">
            <a:spLocks noGrp="1"/>
          </p:cNvSpPr>
          <p:nvPr>
            <p:ph type="ftr" idx="11"/>
          </p:nvPr>
        </p:nvSpPr>
        <p:spPr>
          <a:xfrm>
            <a:off x="3108960" y="4783454"/>
            <a:ext cx="2925900" cy="2574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10" name="Google Shape;110;p27"/>
          <p:cNvSpPr txBox="1">
            <a:spLocks noGrp="1"/>
          </p:cNvSpPr>
          <p:nvPr>
            <p:ph type="dt" idx="10"/>
          </p:nvPr>
        </p:nvSpPr>
        <p:spPr>
          <a:xfrm>
            <a:off x="457200" y="4783454"/>
            <a:ext cx="2103000" cy="25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11" name="Google Shape;111;p27"/>
          <p:cNvSpPr txBox="1">
            <a:spLocks noGrp="1"/>
          </p:cNvSpPr>
          <p:nvPr>
            <p:ph type="sldNum" idx="12"/>
          </p:nvPr>
        </p:nvSpPr>
        <p:spPr>
          <a:xfrm>
            <a:off x="8595863" y="4953905"/>
            <a:ext cx="403500" cy="327000"/>
          </a:xfrm>
          <a:prstGeom prst="rect">
            <a:avLst/>
          </a:prstGeom>
          <a:noFill/>
          <a:ln>
            <a:noFill/>
          </a:ln>
        </p:spPr>
        <p:txBody>
          <a:bodyPr spcFirstLastPara="1" wrap="square" lIns="0" tIns="0" rIns="0" bIns="0" anchor="t" anchorCtr="0">
            <a:spAutoFit/>
          </a:bodyPr>
          <a:lstStyle>
            <a:lvl1pPr marL="88900" lvl="0" indent="0">
              <a:lnSpc>
                <a:spcPct val="112500"/>
              </a:lnSpc>
              <a:spcBef>
                <a:spcPts val="0"/>
              </a:spcBef>
              <a:buNone/>
              <a:defRPr sz="1000" b="0" i="0">
                <a:solidFill>
                  <a:schemeClr val="dk1"/>
                </a:solidFill>
                <a:latin typeface="Arial"/>
                <a:ea typeface="Arial"/>
                <a:cs typeface="Arial"/>
                <a:sym typeface="Arial"/>
              </a:defRPr>
            </a:lvl1pPr>
            <a:lvl2pPr marL="88900" lvl="1" indent="0">
              <a:lnSpc>
                <a:spcPct val="112500"/>
              </a:lnSpc>
              <a:spcBef>
                <a:spcPts val="0"/>
              </a:spcBef>
              <a:buNone/>
              <a:defRPr sz="1000" b="0" i="0">
                <a:solidFill>
                  <a:schemeClr val="dk1"/>
                </a:solidFill>
                <a:latin typeface="Arial"/>
                <a:ea typeface="Arial"/>
                <a:cs typeface="Arial"/>
                <a:sym typeface="Arial"/>
              </a:defRPr>
            </a:lvl2pPr>
            <a:lvl3pPr marL="88900" lvl="2" indent="0">
              <a:lnSpc>
                <a:spcPct val="112500"/>
              </a:lnSpc>
              <a:spcBef>
                <a:spcPts val="0"/>
              </a:spcBef>
              <a:buNone/>
              <a:defRPr sz="1000" b="0" i="0">
                <a:solidFill>
                  <a:schemeClr val="dk1"/>
                </a:solidFill>
                <a:latin typeface="Arial"/>
                <a:ea typeface="Arial"/>
                <a:cs typeface="Arial"/>
                <a:sym typeface="Arial"/>
              </a:defRPr>
            </a:lvl3pPr>
            <a:lvl4pPr marL="88900" lvl="3" indent="0">
              <a:lnSpc>
                <a:spcPct val="112500"/>
              </a:lnSpc>
              <a:spcBef>
                <a:spcPts val="0"/>
              </a:spcBef>
              <a:buNone/>
              <a:defRPr sz="1000" b="0" i="0">
                <a:solidFill>
                  <a:schemeClr val="dk1"/>
                </a:solidFill>
                <a:latin typeface="Arial"/>
                <a:ea typeface="Arial"/>
                <a:cs typeface="Arial"/>
                <a:sym typeface="Arial"/>
              </a:defRPr>
            </a:lvl4pPr>
            <a:lvl5pPr marL="88900" lvl="4" indent="0">
              <a:lnSpc>
                <a:spcPct val="112500"/>
              </a:lnSpc>
              <a:spcBef>
                <a:spcPts val="0"/>
              </a:spcBef>
              <a:buNone/>
              <a:defRPr sz="1000" b="0" i="0">
                <a:solidFill>
                  <a:schemeClr val="dk1"/>
                </a:solidFill>
                <a:latin typeface="Arial"/>
                <a:ea typeface="Arial"/>
                <a:cs typeface="Arial"/>
                <a:sym typeface="Arial"/>
              </a:defRPr>
            </a:lvl5pPr>
            <a:lvl6pPr marL="88900" lvl="5" indent="0">
              <a:lnSpc>
                <a:spcPct val="112500"/>
              </a:lnSpc>
              <a:spcBef>
                <a:spcPts val="0"/>
              </a:spcBef>
              <a:buNone/>
              <a:defRPr sz="1000" b="0" i="0">
                <a:solidFill>
                  <a:schemeClr val="dk1"/>
                </a:solidFill>
                <a:latin typeface="Arial"/>
                <a:ea typeface="Arial"/>
                <a:cs typeface="Arial"/>
                <a:sym typeface="Arial"/>
              </a:defRPr>
            </a:lvl6pPr>
            <a:lvl7pPr marL="88900" lvl="6" indent="0">
              <a:lnSpc>
                <a:spcPct val="112500"/>
              </a:lnSpc>
              <a:spcBef>
                <a:spcPts val="0"/>
              </a:spcBef>
              <a:buNone/>
              <a:defRPr sz="1000" b="0" i="0">
                <a:solidFill>
                  <a:schemeClr val="dk1"/>
                </a:solidFill>
                <a:latin typeface="Arial"/>
                <a:ea typeface="Arial"/>
                <a:cs typeface="Arial"/>
                <a:sym typeface="Arial"/>
              </a:defRPr>
            </a:lvl7pPr>
            <a:lvl8pPr marL="88900" lvl="7" indent="0">
              <a:lnSpc>
                <a:spcPct val="112500"/>
              </a:lnSpc>
              <a:spcBef>
                <a:spcPts val="0"/>
              </a:spcBef>
              <a:buNone/>
              <a:defRPr sz="1000" b="0" i="0">
                <a:solidFill>
                  <a:schemeClr val="dk1"/>
                </a:solidFill>
                <a:latin typeface="Arial"/>
                <a:ea typeface="Arial"/>
                <a:cs typeface="Arial"/>
                <a:sym typeface="Arial"/>
              </a:defRPr>
            </a:lvl8pPr>
            <a:lvl9pPr marL="88900" lvl="8" indent="0">
              <a:lnSpc>
                <a:spcPct val="112500"/>
              </a:lnSpc>
              <a:spcBef>
                <a:spcPts val="0"/>
              </a:spcBef>
              <a:buNone/>
              <a:defRPr sz="1000" b="0" i="0">
                <a:solidFill>
                  <a:schemeClr val="dk1"/>
                </a:solidFill>
                <a:latin typeface="Arial"/>
                <a:ea typeface="Arial"/>
                <a:cs typeface="Arial"/>
                <a:sym typeface="Arial"/>
              </a:defRPr>
            </a:lvl9pPr>
          </a:lstStyle>
          <a:p>
            <a:pPr marL="88900" lvl="0" indent="0" algn="r" rtl="0">
              <a:spcBef>
                <a:spcPts val="0"/>
              </a:spcBef>
              <a:spcAft>
                <a:spcPts val="0"/>
              </a:spcAft>
              <a:buNone/>
            </a:pPr>
            <a:fld id="{00000000-1234-1234-1234-123412341234}" type="slidenum">
              <a:rPr lang="en"/>
              <a:t>‹#›</a:t>
            </a:fld>
            <a:r>
              <a:rPr lang="en"/>
              <a:t> / 14</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2"/>
        <p:cNvGrpSpPr/>
        <p:nvPr/>
      </p:nvGrpSpPr>
      <p:grpSpPr>
        <a:xfrm>
          <a:off x="0" y="0"/>
          <a:ext cx="0" cy="0"/>
          <a:chOff x="0" y="0"/>
          <a:chExt cx="0" cy="0"/>
        </a:xfrm>
      </p:grpSpPr>
      <p:sp>
        <p:nvSpPr>
          <p:cNvPr id="113" name="Google Shape;113;p28"/>
          <p:cNvSpPr txBox="1">
            <a:spLocks noGrp="1"/>
          </p:cNvSpPr>
          <p:nvPr>
            <p:ph type="title"/>
          </p:nvPr>
        </p:nvSpPr>
        <p:spPr>
          <a:xfrm>
            <a:off x="122719" y="114965"/>
            <a:ext cx="5611200" cy="3876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900"/>
              <a:buNone/>
              <a:defRPr sz="2200" b="1" i="0">
                <a:solidFill>
                  <a:schemeClr val="lt1"/>
                </a:solidFill>
                <a:latin typeface="Arial"/>
                <a:ea typeface="Arial"/>
                <a:cs typeface="Arial"/>
                <a:sym typeface="Arial"/>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a:endParaRPr/>
          </a:p>
        </p:txBody>
      </p:sp>
      <p:sp>
        <p:nvSpPr>
          <p:cNvPr id="114" name="Google Shape;114;p28"/>
          <p:cNvSpPr txBox="1">
            <a:spLocks noGrp="1"/>
          </p:cNvSpPr>
          <p:nvPr>
            <p:ph type="ftr" idx="11"/>
          </p:nvPr>
        </p:nvSpPr>
        <p:spPr>
          <a:xfrm>
            <a:off x="3108960" y="4783454"/>
            <a:ext cx="2925900" cy="2574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15" name="Google Shape;115;p28"/>
          <p:cNvSpPr txBox="1">
            <a:spLocks noGrp="1"/>
          </p:cNvSpPr>
          <p:nvPr>
            <p:ph type="dt" idx="10"/>
          </p:nvPr>
        </p:nvSpPr>
        <p:spPr>
          <a:xfrm>
            <a:off x="457200" y="4783454"/>
            <a:ext cx="2103000" cy="2574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200"/>
              <a:buNone/>
              <a:defRPr sz="2200">
                <a:solidFill>
                  <a:srgbClr val="888888"/>
                </a:solidFill>
              </a:defRPr>
            </a:lvl1pPr>
            <a:lvl2pPr lvl="1">
              <a:spcBef>
                <a:spcPts val="0"/>
              </a:spcBef>
              <a:spcAft>
                <a:spcPts val="0"/>
              </a:spcAft>
              <a:buSzPts val="2200"/>
              <a:buNone/>
              <a:defRPr sz="2200"/>
            </a:lvl2pPr>
            <a:lvl3pPr lvl="2">
              <a:spcBef>
                <a:spcPts val="0"/>
              </a:spcBef>
              <a:spcAft>
                <a:spcPts val="0"/>
              </a:spcAft>
              <a:buSzPts val="2200"/>
              <a:buNone/>
              <a:defRPr sz="2200"/>
            </a:lvl3pPr>
            <a:lvl4pPr lvl="3">
              <a:spcBef>
                <a:spcPts val="0"/>
              </a:spcBef>
              <a:spcAft>
                <a:spcPts val="0"/>
              </a:spcAft>
              <a:buSzPts val="2200"/>
              <a:buNone/>
              <a:defRPr sz="2200"/>
            </a:lvl4pPr>
            <a:lvl5pPr lvl="4">
              <a:spcBef>
                <a:spcPts val="0"/>
              </a:spcBef>
              <a:spcAft>
                <a:spcPts val="0"/>
              </a:spcAft>
              <a:buSzPts val="2200"/>
              <a:buNone/>
              <a:defRPr sz="2200"/>
            </a:lvl5pPr>
            <a:lvl6pPr lvl="5">
              <a:spcBef>
                <a:spcPts val="0"/>
              </a:spcBef>
              <a:spcAft>
                <a:spcPts val="0"/>
              </a:spcAft>
              <a:buSzPts val="2200"/>
              <a:buNone/>
              <a:defRPr sz="2200"/>
            </a:lvl6pPr>
            <a:lvl7pPr lvl="6">
              <a:spcBef>
                <a:spcPts val="0"/>
              </a:spcBef>
              <a:spcAft>
                <a:spcPts val="0"/>
              </a:spcAft>
              <a:buSzPts val="2200"/>
              <a:buNone/>
              <a:defRPr sz="2200"/>
            </a:lvl7pPr>
            <a:lvl8pPr lvl="7">
              <a:spcBef>
                <a:spcPts val="0"/>
              </a:spcBef>
              <a:spcAft>
                <a:spcPts val="0"/>
              </a:spcAft>
              <a:buSzPts val="2200"/>
              <a:buNone/>
              <a:defRPr sz="2200"/>
            </a:lvl8pPr>
            <a:lvl9pPr lvl="8">
              <a:spcBef>
                <a:spcPts val="0"/>
              </a:spcBef>
              <a:spcAft>
                <a:spcPts val="0"/>
              </a:spcAft>
              <a:buSzPts val="2200"/>
              <a:buNone/>
              <a:defRPr sz="2200"/>
            </a:lvl9pPr>
          </a:lstStyle>
          <a:p>
            <a:endParaRPr/>
          </a:p>
        </p:txBody>
      </p:sp>
      <p:sp>
        <p:nvSpPr>
          <p:cNvPr id="116" name="Google Shape;116;p28"/>
          <p:cNvSpPr txBox="1">
            <a:spLocks noGrp="1"/>
          </p:cNvSpPr>
          <p:nvPr>
            <p:ph type="sldNum" idx="12"/>
          </p:nvPr>
        </p:nvSpPr>
        <p:spPr>
          <a:xfrm>
            <a:off x="8595863" y="4953905"/>
            <a:ext cx="403500" cy="327000"/>
          </a:xfrm>
          <a:prstGeom prst="rect">
            <a:avLst/>
          </a:prstGeom>
          <a:noFill/>
          <a:ln>
            <a:noFill/>
          </a:ln>
        </p:spPr>
        <p:txBody>
          <a:bodyPr spcFirstLastPara="1" wrap="square" lIns="0" tIns="0" rIns="0" bIns="0" anchor="t" anchorCtr="0">
            <a:spAutoFit/>
          </a:bodyPr>
          <a:lstStyle>
            <a:lvl1pPr marL="88900" lvl="0" indent="0">
              <a:lnSpc>
                <a:spcPct val="112500"/>
              </a:lnSpc>
              <a:spcBef>
                <a:spcPts val="0"/>
              </a:spcBef>
              <a:buNone/>
              <a:defRPr sz="1000" b="0" i="0">
                <a:solidFill>
                  <a:schemeClr val="dk1"/>
                </a:solidFill>
                <a:latin typeface="Arial"/>
                <a:ea typeface="Arial"/>
                <a:cs typeface="Arial"/>
                <a:sym typeface="Arial"/>
              </a:defRPr>
            </a:lvl1pPr>
            <a:lvl2pPr marL="88900" lvl="1" indent="0">
              <a:lnSpc>
                <a:spcPct val="112500"/>
              </a:lnSpc>
              <a:spcBef>
                <a:spcPts val="0"/>
              </a:spcBef>
              <a:buNone/>
              <a:defRPr sz="1000" b="0" i="0">
                <a:solidFill>
                  <a:schemeClr val="dk1"/>
                </a:solidFill>
                <a:latin typeface="Arial"/>
                <a:ea typeface="Arial"/>
                <a:cs typeface="Arial"/>
                <a:sym typeface="Arial"/>
              </a:defRPr>
            </a:lvl2pPr>
            <a:lvl3pPr marL="88900" lvl="2" indent="0">
              <a:lnSpc>
                <a:spcPct val="112500"/>
              </a:lnSpc>
              <a:spcBef>
                <a:spcPts val="0"/>
              </a:spcBef>
              <a:buNone/>
              <a:defRPr sz="1000" b="0" i="0">
                <a:solidFill>
                  <a:schemeClr val="dk1"/>
                </a:solidFill>
                <a:latin typeface="Arial"/>
                <a:ea typeface="Arial"/>
                <a:cs typeface="Arial"/>
                <a:sym typeface="Arial"/>
              </a:defRPr>
            </a:lvl3pPr>
            <a:lvl4pPr marL="88900" lvl="3" indent="0">
              <a:lnSpc>
                <a:spcPct val="112500"/>
              </a:lnSpc>
              <a:spcBef>
                <a:spcPts val="0"/>
              </a:spcBef>
              <a:buNone/>
              <a:defRPr sz="1000" b="0" i="0">
                <a:solidFill>
                  <a:schemeClr val="dk1"/>
                </a:solidFill>
                <a:latin typeface="Arial"/>
                <a:ea typeface="Arial"/>
                <a:cs typeface="Arial"/>
                <a:sym typeface="Arial"/>
              </a:defRPr>
            </a:lvl4pPr>
            <a:lvl5pPr marL="88900" lvl="4" indent="0">
              <a:lnSpc>
                <a:spcPct val="112500"/>
              </a:lnSpc>
              <a:spcBef>
                <a:spcPts val="0"/>
              </a:spcBef>
              <a:buNone/>
              <a:defRPr sz="1000" b="0" i="0">
                <a:solidFill>
                  <a:schemeClr val="dk1"/>
                </a:solidFill>
                <a:latin typeface="Arial"/>
                <a:ea typeface="Arial"/>
                <a:cs typeface="Arial"/>
                <a:sym typeface="Arial"/>
              </a:defRPr>
            </a:lvl5pPr>
            <a:lvl6pPr marL="88900" lvl="5" indent="0">
              <a:lnSpc>
                <a:spcPct val="112500"/>
              </a:lnSpc>
              <a:spcBef>
                <a:spcPts val="0"/>
              </a:spcBef>
              <a:buNone/>
              <a:defRPr sz="1000" b="0" i="0">
                <a:solidFill>
                  <a:schemeClr val="dk1"/>
                </a:solidFill>
                <a:latin typeface="Arial"/>
                <a:ea typeface="Arial"/>
                <a:cs typeface="Arial"/>
                <a:sym typeface="Arial"/>
              </a:defRPr>
            </a:lvl6pPr>
            <a:lvl7pPr marL="88900" lvl="6" indent="0">
              <a:lnSpc>
                <a:spcPct val="112500"/>
              </a:lnSpc>
              <a:spcBef>
                <a:spcPts val="0"/>
              </a:spcBef>
              <a:buNone/>
              <a:defRPr sz="1000" b="0" i="0">
                <a:solidFill>
                  <a:schemeClr val="dk1"/>
                </a:solidFill>
                <a:latin typeface="Arial"/>
                <a:ea typeface="Arial"/>
                <a:cs typeface="Arial"/>
                <a:sym typeface="Arial"/>
              </a:defRPr>
            </a:lvl7pPr>
            <a:lvl8pPr marL="88900" lvl="7" indent="0">
              <a:lnSpc>
                <a:spcPct val="112500"/>
              </a:lnSpc>
              <a:spcBef>
                <a:spcPts val="0"/>
              </a:spcBef>
              <a:buNone/>
              <a:defRPr sz="1000" b="0" i="0">
                <a:solidFill>
                  <a:schemeClr val="dk1"/>
                </a:solidFill>
                <a:latin typeface="Arial"/>
                <a:ea typeface="Arial"/>
                <a:cs typeface="Arial"/>
                <a:sym typeface="Arial"/>
              </a:defRPr>
            </a:lvl8pPr>
            <a:lvl9pPr marL="88900" lvl="8" indent="0">
              <a:lnSpc>
                <a:spcPct val="112500"/>
              </a:lnSpc>
              <a:spcBef>
                <a:spcPts val="0"/>
              </a:spcBef>
              <a:buNone/>
              <a:defRPr sz="1000" b="0" i="0">
                <a:solidFill>
                  <a:schemeClr val="dk1"/>
                </a:solidFill>
                <a:latin typeface="Arial"/>
                <a:ea typeface="Arial"/>
                <a:cs typeface="Arial"/>
                <a:sym typeface="Arial"/>
              </a:defRPr>
            </a:lvl9pPr>
          </a:lstStyle>
          <a:p>
            <a:pPr marL="88900" lvl="0" indent="0" algn="r" rtl="0">
              <a:spcBef>
                <a:spcPts val="0"/>
              </a:spcBef>
              <a:spcAft>
                <a:spcPts val="0"/>
              </a:spcAft>
              <a:buNone/>
            </a:pPr>
            <a:fld id="{00000000-1234-1234-1234-123412341234}" type="slidenum">
              <a:rPr lang="en"/>
              <a:t>‹#›</a:t>
            </a:fld>
            <a:r>
              <a:rPr lang="en"/>
              <a:t> / 14</a:t>
            </a:r>
            <a:endParaRPr/>
          </a:p>
        </p:txBody>
      </p:sp>
      <p:pic>
        <p:nvPicPr>
          <p:cNvPr id="117" name="Google Shape;117;p28" title="Picture1.png"/>
          <p:cNvPicPr preferRelativeResize="0"/>
          <p:nvPr/>
        </p:nvPicPr>
        <p:blipFill>
          <a:blip r:embed="rId2">
            <a:alphaModFix/>
          </a:blip>
          <a:stretch>
            <a:fillRect/>
          </a:stretch>
        </p:blipFill>
        <p:spPr>
          <a:xfrm>
            <a:off x="241692" y="114962"/>
            <a:ext cx="1762106" cy="666546"/>
          </a:xfrm>
          <a:prstGeom prst="rect">
            <a:avLst/>
          </a:prstGeom>
          <a:noFill/>
          <a:ln>
            <a:noFill/>
          </a:ln>
        </p:spPr>
      </p:pic>
      <p:pic>
        <p:nvPicPr>
          <p:cNvPr id="118" name="Google Shape;118;p28"/>
          <p:cNvPicPr preferRelativeResize="0"/>
          <p:nvPr/>
        </p:nvPicPr>
        <p:blipFill>
          <a:blip r:embed="rId3">
            <a:alphaModFix/>
          </a:blip>
          <a:stretch>
            <a:fillRect/>
          </a:stretch>
        </p:blipFill>
        <p:spPr>
          <a:xfrm>
            <a:off x="7216850" y="85874"/>
            <a:ext cx="1781604" cy="72472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2.png"/><Relationship Id="rId2" Type="http://schemas.openxmlformats.org/officeDocument/2006/relationships/slideLayout" Target="../slideLayouts/slideLayout14.xml"/><Relationship Id="rId16"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311700" y="1111201"/>
            <a:ext cx="8520600" cy="572400"/>
          </a:xfrm>
          <a:prstGeom prst="rect">
            <a:avLst/>
          </a:prstGeom>
          <a:noFill/>
          <a:ln>
            <a:noFill/>
          </a:ln>
        </p:spPr>
        <p:txBody>
          <a:bodyPr spcFirstLastPara="1" wrap="square" lIns="91400" tIns="91400" rIns="91400" bIns="91400" anchor="t" anchorCtr="0">
            <a:normAutofit/>
          </a:bodyPr>
          <a:lstStyle>
            <a:lvl1pPr lvl="0">
              <a:spcBef>
                <a:spcPts val="0"/>
              </a:spcBef>
              <a:spcAft>
                <a:spcPts val="0"/>
              </a:spcAft>
              <a:buClr>
                <a:schemeClr val="dk1"/>
              </a:buClr>
              <a:buSzPts val="2900"/>
              <a:buNone/>
              <a:defRPr sz="2900">
                <a:solidFill>
                  <a:schemeClr val="dk1"/>
                </a:solidFill>
              </a:defRPr>
            </a:lvl1pPr>
            <a:lvl2pPr lvl="1">
              <a:spcBef>
                <a:spcPts val="0"/>
              </a:spcBef>
              <a:spcAft>
                <a:spcPts val="0"/>
              </a:spcAft>
              <a:buClr>
                <a:schemeClr val="dk1"/>
              </a:buClr>
              <a:buSzPts val="2900"/>
              <a:buNone/>
              <a:defRPr sz="2900">
                <a:solidFill>
                  <a:schemeClr val="dk1"/>
                </a:solidFill>
              </a:defRPr>
            </a:lvl2pPr>
            <a:lvl3pPr lvl="2">
              <a:spcBef>
                <a:spcPts val="0"/>
              </a:spcBef>
              <a:spcAft>
                <a:spcPts val="0"/>
              </a:spcAft>
              <a:buClr>
                <a:schemeClr val="dk1"/>
              </a:buClr>
              <a:buSzPts val="2900"/>
              <a:buNone/>
              <a:defRPr sz="2900">
                <a:solidFill>
                  <a:schemeClr val="dk1"/>
                </a:solidFill>
              </a:defRPr>
            </a:lvl3pPr>
            <a:lvl4pPr lvl="3">
              <a:spcBef>
                <a:spcPts val="0"/>
              </a:spcBef>
              <a:spcAft>
                <a:spcPts val="0"/>
              </a:spcAft>
              <a:buClr>
                <a:schemeClr val="dk1"/>
              </a:buClr>
              <a:buSzPts val="2900"/>
              <a:buNone/>
              <a:defRPr sz="2900">
                <a:solidFill>
                  <a:schemeClr val="dk1"/>
                </a:solidFill>
              </a:defRPr>
            </a:lvl4pPr>
            <a:lvl5pPr lvl="4">
              <a:spcBef>
                <a:spcPts val="0"/>
              </a:spcBef>
              <a:spcAft>
                <a:spcPts val="0"/>
              </a:spcAft>
              <a:buClr>
                <a:schemeClr val="dk1"/>
              </a:buClr>
              <a:buSzPts val="2900"/>
              <a:buNone/>
              <a:defRPr sz="2900">
                <a:solidFill>
                  <a:schemeClr val="dk1"/>
                </a:solidFill>
              </a:defRPr>
            </a:lvl5pPr>
            <a:lvl6pPr lvl="5">
              <a:spcBef>
                <a:spcPts val="0"/>
              </a:spcBef>
              <a:spcAft>
                <a:spcPts val="0"/>
              </a:spcAft>
              <a:buClr>
                <a:schemeClr val="dk1"/>
              </a:buClr>
              <a:buSzPts val="2900"/>
              <a:buNone/>
              <a:defRPr sz="2900">
                <a:solidFill>
                  <a:schemeClr val="dk1"/>
                </a:solidFill>
              </a:defRPr>
            </a:lvl6pPr>
            <a:lvl7pPr lvl="6">
              <a:spcBef>
                <a:spcPts val="0"/>
              </a:spcBef>
              <a:spcAft>
                <a:spcPts val="0"/>
              </a:spcAft>
              <a:buClr>
                <a:schemeClr val="dk1"/>
              </a:buClr>
              <a:buSzPts val="2900"/>
              <a:buNone/>
              <a:defRPr sz="2900">
                <a:solidFill>
                  <a:schemeClr val="dk1"/>
                </a:solidFill>
              </a:defRPr>
            </a:lvl7pPr>
            <a:lvl8pPr lvl="7">
              <a:spcBef>
                <a:spcPts val="0"/>
              </a:spcBef>
              <a:spcAft>
                <a:spcPts val="0"/>
              </a:spcAft>
              <a:buClr>
                <a:schemeClr val="dk1"/>
              </a:buClr>
              <a:buSzPts val="2900"/>
              <a:buNone/>
              <a:defRPr sz="2900">
                <a:solidFill>
                  <a:schemeClr val="dk1"/>
                </a:solidFill>
              </a:defRPr>
            </a:lvl8pPr>
            <a:lvl9pPr lvl="8">
              <a:spcBef>
                <a:spcPts val="0"/>
              </a:spcBef>
              <a:spcAft>
                <a:spcPts val="0"/>
              </a:spcAft>
              <a:buClr>
                <a:schemeClr val="dk1"/>
              </a:buClr>
              <a:buSzPts val="2900"/>
              <a:buNone/>
              <a:defRPr sz="2900">
                <a:solidFill>
                  <a:schemeClr val="dk1"/>
                </a:solidFill>
              </a:defRPr>
            </a:lvl9pPr>
          </a:lstStyle>
          <a:p>
            <a:endParaRPr/>
          </a:p>
        </p:txBody>
      </p:sp>
      <p:sp>
        <p:nvSpPr>
          <p:cNvPr id="58" name="Google Shape;58;p14"/>
          <p:cNvSpPr txBox="1">
            <a:spLocks noGrp="1"/>
          </p:cNvSpPr>
          <p:nvPr>
            <p:ph type="sldNum" idx="12"/>
          </p:nvPr>
        </p:nvSpPr>
        <p:spPr>
          <a:xfrm>
            <a:off x="8472458" y="4663217"/>
            <a:ext cx="548700" cy="393600"/>
          </a:xfrm>
          <a:prstGeom prst="rect">
            <a:avLst/>
          </a:prstGeom>
          <a:noFill/>
          <a:ln>
            <a:noFill/>
          </a:ln>
        </p:spPr>
        <p:txBody>
          <a:bodyPr spcFirstLastPara="1" wrap="square" lIns="91400" tIns="91400" rIns="91400" bIns="91400"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59" name="Google Shape;59;p14" title="Picture1.png"/>
          <p:cNvPicPr preferRelativeResize="0"/>
          <p:nvPr/>
        </p:nvPicPr>
        <p:blipFill>
          <a:blip r:embed="rId16">
            <a:alphaModFix/>
          </a:blip>
          <a:stretch>
            <a:fillRect/>
          </a:stretch>
        </p:blipFill>
        <p:spPr>
          <a:xfrm>
            <a:off x="241692" y="114962"/>
            <a:ext cx="1762106" cy="666546"/>
          </a:xfrm>
          <a:prstGeom prst="rect">
            <a:avLst/>
          </a:prstGeom>
          <a:noFill/>
          <a:ln>
            <a:noFill/>
          </a:ln>
        </p:spPr>
      </p:pic>
      <p:pic>
        <p:nvPicPr>
          <p:cNvPr id="60" name="Google Shape;60;p14" title="Gap2@2x.png"/>
          <p:cNvPicPr preferRelativeResize="0"/>
          <p:nvPr/>
        </p:nvPicPr>
        <p:blipFill rotWithShape="1">
          <a:blip r:embed="rId17">
            <a:alphaModFix/>
          </a:blip>
          <a:srcRect/>
          <a:stretch/>
        </p:blipFill>
        <p:spPr>
          <a:xfrm>
            <a:off x="7911675" y="150650"/>
            <a:ext cx="920625" cy="9102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9"/>
          <p:cNvSpPr txBox="1">
            <a:spLocks noGrp="1"/>
          </p:cNvSpPr>
          <p:nvPr>
            <p:ph type="ctrTitle"/>
          </p:nvPr>
        </p:nvSpPr>
        <p:spPr>
          <a:xfrm>
            <a:off x="311708" y="600700"/>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t>Software Engineering Awareness Simulation/Quiz</a:t>
            </a:r>
            <a:endParaRPr dirty="0"/>
          </a:p>
          <a:p>
            <a:pPr marL="0" lvl="0" indent="0" algn="ctr" rtl="0">
              <a:spcBef>
                <a:spcPts val="0"/>
              </a:spcBef>
              <a:spcAft>
                <a:spcPts val="0"/>
              </a:spcAft>
              <a:buNone/>
            </a:pPr>
            <a:r>
              <a:rPr lang="en" sz="2800" dirty="0"/>
              <a:t>GTU SBTP -2026 (Subject Code: DI05000011)</a:t>
            </a:r>
            <a:endParaRPr sz="2800" dirty="0"/>
          </a:p>
        </p:txBody>
      </p:sp>
      <p:sp>
        <p:nvSpPr>
          <p:cNvPr id="124" name="Google Shape;124;p29"/>
          <p:cNvSpPr txBox="1">
            <a:spLocks noGrp="1"/>
          </p:cNvSpPr>
          <p:nvPr>
            <p:ph type="subTitle" idx="1"/>
          </p:nvPr>
        </p:nvSpPr>
        <p:spPr>
          <a:xfrm>
            <a:off x="965175" y="2782325"/>
            <a:ext cx="8520600" cy="792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75"/>
              <a:buNone/>
            </a:pPr>
            <a:r>
              <a:rPr lang="en" sz="1400" b="1" dirty="0">
                <a:solidFill>
                  <a:srgbClr val="351C75"/>
                </a:solidFill>
              </a:rPr>
              <a:t>Student Name : Shahid Ibrahim Patel</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Enrollment no.: 244590307057</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College Name :  S. S. Agrawal Institute of Engineering and Technology</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Branch and Year : Diploma Computer Engineering (2024-25)</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Branch code: 07</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Gender : Male</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Registered Mail ID : mshahidpatel5@gmail.com</a:t>
            </a:r>
            <a:endParaRPr sz="1400" b="1" dirty="0">
              <a:solidFill>
                <a:srgbClr val="351C75"/>
              </a:solidFill>
            </a:endParaRPr>
          </a:p>
          <a:p>
            <a:pPr marL="0" lvl="0" indent="0" algn="l" rtl="0">
              <a:lnSpc>
                <a:spcPct val="115000"/>
              </a:lnSpc>
              <a:spcBef>
                <a:spcPts val="0"/>
              </a:spcBef>
              <a:spcAft>
                <a:spcPts val="0"/>
              </a:spcAft>
              <a:buSzPts val="275"/>
              <a:buNone/>
            </a:pPr>
            <a:r>
              <a:rPr lang="en" sz="1400" b="1" dirty="0">
                <a:solidFill>
                  <a:srgbClr val="351C75"/>
                </a:solidFill>
              </a:rPr>
              <a:t>Contact No. 8758285946</a:t>
            </a:r>
            <a:endParaRPr sz="1400" b="1" dirty="0">
              <a:solidFill>
                <a:srgbClr val="351C75"/>
              </a:solidFill>
            </a:endParaRPr>
          </a:p>
          <a:p>
            <a:pPr marL="0" lvl="0" indent="0" algn="l" rtl="0">
              <a:lnSpc>
                <a:spcPct val="115000"/>
              </a:lnSpc>
              <a:spcBef>
                <a:spcPts val="0"/>
              </a:spcBef>
              <a:spcAft>
                <a:spcPts val="0"/>
              </a:spcAft>
              <a:buSzPts val="275"/>
              <a:buNone/>
            </a:pPr>
            <a:endParaRPr sz="700" dirty="0">
              <a:solidFill>
                <a:srgbClr val="351C75"/>
              </a:solidFill>
            </a:endParaRPr>
          </a:p>
        </p:txBody>
      </p:sp>
      <p:pic>
        <p:nvPicPr>
          <p:cNvPr id="125" name="Google Shape;125;p29" title="BharatCares_Original@2x.png"/>
          <p:cNvPicPr preferRelativeResize="0"/>
          <p:nvPr/>
        </p:nvPicPr>
        <p:blipFill>
          <a:blip r:embed="rId3">
            <a:alphaModFix/>
          </a:blip>
          <a:stretch>
            <a:fillRect/>
          </a:stretch>
        </p:blipFill>
        <p:spPr>
          <a:xfrm>
            <a:off x="311712" y="150656"/>
            <a:ext cx="1585431" cy="616960"/>
          </a:xfrm>
          <a:prstGeom prst="rect">
            <a:avLst/>
          </a:prstGeom>
          <a:noFill/>
          <a:ln>
            <a:noFill/>
          </a:ln>
        </p:spPr>
      </p:pic>
      <p:pic>
        <p:nvPicPr>
          <p:cNvPr id="126" name="Google Shape;126;p29" title="Gap2@2x.png"/>
          <p:cNvPicPr preferRelativeResize="0"/>
          <p:nvPr/>
        </p:nvPicPr>
        <p:blipFill rotWithShape="1">
          <a:blip r:embed="rId4">
            <a:alphaModFix/>
          </a:blip>
          <a:srcRect/>
          <a:stretch/>
        </p:blipFill>
        <p:spPr>
          <a:xfrm>
            <a:off x="7911675" y="150650"/>
            <a:ext cx="920625" cy="91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0"/>
          <p:cNvSpPr txBox="1"/>
          <p:nvPr/>
        </p:nvSpPr>
        <p:spPr>
          <a:xfrm>
            <a:off x="502214" y="1195533"/>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t>What did you learned in this Program?</a:t>
            </a:r>
            <a:endParaRPr sz="2500" b="1" dirty="0"/>
          </a:p>
        </p:txBody>
      </p:sp>
      <p:sp>
        <p:nvSpPr>
          <p:cNvPr id="2" name="TextBox 1">
            <a:extLst>
              <a:ext uri="{FF2B5EF4-FFF2-40B4-BE49-F238E27FC236}">
                <a16:creationId xmlns:a16="http://schemas.microsoft.com/office/drawing/2014/main" id="{6F25DE7C-A3FA-3C77-9E00-6FE60D8989BC}"/>
              </a:ext>
            </a:extLst>
          </p:cNvPr>
          <p:cNvSpPr txBox="1"/>
          <p:nvPr/>
        </p:nvSpPr>
        <p:spPr>
          <a:xfrm>
            <a:off x="502213" y="1865970"/>
            <a:ext cx="7779425" cy="2308324"/>
          </a:xfrm>
          <a:prstGeom prst="rect">
            <a:avLst/>
          </a:prstGeom>
          <a:noFill/>
        </p:spPr>
        <p:txBody>
          <a:bodyPr wrap="square" rtlCol="0">
            <a:spAutoFit/>
          </a:bodyPr>
          <a:lstStyle/>
          <a:p>
            <a:r>
              <a:rPr lang="en-US" sz="1800" dirty="0"/>
              <a:t>This 2-week IBM </a:t>
            </a:r>
            <a:r>
              <a:rPr lang="en-US" sz="1800" dirty="0" err="1"/>
              <a:t>SkillBuild</a:t>
            </a:r>
            <a:r>
              <a:rPr lang="en-US" sz="1800" dirty="0"/>
              <a:t> internship gave me a solid foundation in cybersecurity, covering key concepts like the CIA triad, common cyberattacks (phishing, malware, ransomware), network security basics (firewalls, VPNs, encryption), and the fundamentals of ethical hacking. I also gained practical exposure to security tools and risk assessment through hands-on modules and IBM mentor sessions. Overall, the program strengthened my technical understanding of cybersecurity and improved my self-learning and time management skills.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1"/>
          <p:cNvSpPr txBox="1"/>
          <p:nvPr/>
        </p:nvSpPr>
        <p:spPr>
          <a:xfrm>
            <a:off x="576950" y="1121024"/>
            <a:ext cx="7990200" cy="396000"/>
          </a:xfrm>
          <a:prstGeom prst="rect">
            <a:avLst/>
          </a:prstGeom>
          <a:noFill/>
          <a:ln>
            <a:noFill/>
          </a:ln>
        </p:spPr>
        <p:txBody>
          <a:bodyPr spcFirstLastPara="1" wrap="square" lIns="0" tIns="11050" rIns="0" bIns="0" anchor="t" anchorCtr="0">
            <a:spAutoFit/>
          </a:bodyPr>
          <a:lstStyle/>
          <a:p>
            <a:pPr marL="0" lvl="0" indent="0" algn="l" rtl="0">
              <a:lnSpc>
                <a:spcPct val="100000"/>
              </a:lnSpc>
              <a:spcBef>
                <a:spcPts val="0"/>
              </a:spcBef>
              <a:spcAft>
                <a:spcPts val="0"/>
              </a:spcAft>
              <a:buNone/>
            </a:pPr>
            <a:r>
              <a:rPr lang="en" sz="2500" b="1" dirty="0">
                <a:latin typeface="IBM Plex Sans"/>
                <a:ea typeface="IBM Plex Sans"/>
                <a:cs typeface="IBM Plex Sans"/>
                <a:sym typeface="IBM Plex Sans"/>
              </a:rPr>
              <a:t> Project Purpose (Why do you made this project?)</a:t>
            </a:r>
            <a:endParaRPr sz="2500" dirty="0">
              <a:latin typeface="IBM Plex Sans"/>
              <a:ea typeface="IBM Plex Sans"/>
              <a:cs typeface="IBM Plex Sans"/>
              <a:sym typeface="IBM Plex Sans"/>
            </a:endParaRPr>
          </a:p>
        </p:txBody>
      </p:sp>
      <p:sp>
        <p:nvSpPr>
          <p:cNvPr id="2" name="TextBox 1">
            <a:extLst>
              <a:ext uri="{FF2B5EF4-FFF2-40B4-BE49-F238E27FC236}">
                <a16:creationId xmlns:a16="http://schemas.microsoft.com/office/drawing/2014/main" id="{F7427E30-24F3-7B1E-0CBE-1A0FC371AF0C}"/>
              </a:ext>
            </a:extLst>
          </p:cNvPr>
          <p:cNvSpPr txBox="1"/>
          <p:nvPr/>
        </p:nvSpPr>
        <p:spPr>
          <a:xfrm>
            <a:off x="788020" y="2036956"/>
            <a:ext cx="6259551" cy="1569660"/>
          </a:xfrm>
          <a:prstGeom prst="rect">
            <a:avLst/>
          </a:prstGeom>
          <a:noFill/>
        </p:spPr>
        <p:txBody>
          <a:bodyPr wrap="square" rtlCol="0">
            <a:spAutoFit/>
          </a:bodyPr>
          <a:lstStyle/>
          <a:p>
            <a:r>
              <a:rPr lang="en-US" sz="1600" dirty="0"/>
              <a:t>Social engineering remains one of the top initial attack vectors in real-world breaches (phishing emails, fraudulent invoices, fake tech support calls, and CEO impersonation scams). Building a tool that teaches people to recognize these tactics has direct, practical value for any organization's security posture, and shows a strong grasp of human-factor security risks alongside technical skills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2"/>
          <p:cNvSpPr txBox="1"/>
          <p:nvPr/>
        </p:nvSpPr>
        <p:spPr>
          <a:xfrm>
            <a:off x="502216" y="986306"/>
            <a:ext cx="82431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a:latin typeface="IBM Plex Sans"/>
                <a:ea typeface="IBM Plex Sans"/>
                <a:cs typeface="IBM Plex Sans"/>
                <a:sym typeface="IBM Plex Sans"/>
              </a:rPr>
              <a:t>Project Objectives (What do you made in this project)</a:t>
            </a:r>
            <a:endParaRPr sz="2500">
              <a:latin typeface="IBM Plex Sans"/>
              <a:ea typeface="IBM Plex Sans"/>
              <a:cs typeface="IBM Plex Sans"/>
              <a:sym typeface="IBM Plex Sans"/>
            </a:endParaRPr>
          </a:p>
        </p:txBody>
      </p:sp>
      <p:sp>
        <p:nvSpPr>
          <p:cNvPr id="2" name="TextBox 1">
            <a:extLst>
              <a:ext uri="{FF2B5EF4-FFF2-40B4-BE49-F238E27FC236}">
                <a16:creationId xmlns:a16="http://schemas.microsoft.com/office/drawing/2014/main" id="{E55D5C74-B0BD-3076-E106-2863F438C51A}"/>
              </a:ext>
            </a:extLst>
          </p:cNvPr>
          <p:cNvSpPr txBox="1"/>
          <p:nvPr/>
        </p:nvSpPr>
        <p:spPr>
          <a:xfrm>
            <a:off x="479503" y="1836234"/>
            <a:ext cx="8184994" cy="2179892"/>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dirty="0"/>
              <a:t>Help users learn to identify common social engineering red flags in a safe, interactive format. </a:t>
            </a:r>
          </a:p>
          <a:p>
            <a:pPr marL="285750" indent="-285750">
              <a:lnSpc>
                <a:spcPct val="200000"/>
              </a:lnSpc>
              <a:buFont typeface="Arial" panose="020B0604020202020204" pitchFamily="34" charset="0"/>
              <a:buChar char="•"/>
            </a:pPr>
            <a:r>
              <a:rPr lang="en-US" dirty="0"/>
              <a:t>Provide instant feedback and explanations to reinforce learning.</a:t>
            </a:r>
          </a:p>
          <a:p>
            <a:pPr marL="285750" indent="-285750">
              <a:lnSpc>
                <a:spcPct val="200000"/>
              </a:lnSpc>
              <a:buFont typeface="Arial" panose="020B0604020202020204" pitchFamily="34" charset="0"/>
              <a:buChar char="•"/>
            </a:pPr>
            <a:r>
              <a:rPr lang="en-US" dirty="0"/>
              <a:t>Generate a performance report highlighting strengths and weak areas.</a:t>
            </a:r>
          </a:p>
          <a:p>
            <a:pPr marL="285750" indent="-285750">
              <a:lnSpc>
                <a:spcPct val="200000"/>
              </a:lnSpc>
              <a:buFont typeface="Arial" panose="020B0604020202020204" pitchFamily="34" charset="0"/>
              <a:buChar char="•"/>
            </a:pPr>
            <a:r>
              <a:rPr lang="en-US" dirty="0"/>
              <a:t>Demonstrate practical understanding of phishing/social engineering tactics for the internship evaluation.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3"/>
          <p:cNvSpPr txBox="1"/>
          <p:nvPr/>
        </p:nvSpPr>
        <p:spPr>
          <a:xfrm>
            <a:off x="502214" y="1003741"/>
            <a:ext cx="8015400" cy="7878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dirty="0">
                <a:latin typeface="IBM Plex Sans"/>
                <a:ea typeface="IBM Plex Sans"/>
                <a:cs typeface="IBM Plex Sans"/>
                <a:sym typeface="IBM Plex Sans"/>
              </a:rPr>
              <a:t>Structure of Your project (What are the steps you follows?)</a:t>
            </a:r>
            <a:endParaRPr sz="2500" dirty="0">
              <a:latin typeface="IBM Plex Sans"/>
              <a:ea typeface="IBM Plex Sans"/>
              <a:cs typeface="IBM Plex Sans"/>
              <a:sym typeface="IBM Plex Sans"/>
            </a:endParaRPr>
          </a:p>
        </p:txBody>
      </p:sp>
      <p:sp>
        <p:nvSpPr>
          <p:cNvPr id="2" name="TextBox 1">
            <a:extLst>
              <a:ext uri="{FF2B5EF4-FFF2-40B4-BE49-F238E27FC236}">
                <a16:creationId xmlns:a16="http://schemas.microsoft.com/office/drawing/2014/main" id="{5B1B0AA3-28D4-2126-83C6-0536FA01A530}"/>
              </a:ext>
            </a:extLst>
          </p:cNvPr>
          <p:cNvSpPr txBox="1"/>
          <p:nvPr/>
        </p:nvSpPr>
        <p:spPr>
          <a:xfrm>
            <a:off x="502214" y="2571751"/>
            <a:ext cx="6597396" cy="2200602"/>
          </a:xfrm>
          <a:prstGeom prst="rect">
            <a:avLst/>
          </a:prstGeom>
          <a:noFill/>
        </p:spPr>
        <p:txBody>
          <a:bodyPr wrap="square" rtlCol="0">
            <a:spAutoFit/>
          </a:bodyPr>
          <a:lstStyle/>
          <a:p>
            <a:r>
              <a:rPr lang="en-US" b="1" dirty="0"/>
              <a:t>Folder Structure :</a:t>
            </a:r>
          </a:p>
          <a:p>
            <a:r>
              <a:rPr lang="en-US" dirty="0"/>
              <a:t>social-engineering-quiz/ </a:t>
            </a:r>
          </a:p>
          <a:p>
            <a:r>
              <a:rPr lang="en-US" dirty="0"/>
              <a:t>├── index.html -&gt;  Main HTML page </a:t>
            </a:r>
          </a:p>
          <a:p>
            <a:r>
              <a:rPr lang="en-US" dirty="0"/>
              <a:t>├── style.css -&gt;  Styling (mockup email/SMS UI, layout) </a:t>
            </a:r>
          </a:p>
          <a:p>
            <a:r>
              <a:rPr lang="en-US" dirty="0"/>
              <a:t>├── script.js -&gt;  App logic (quiz flow, scoring, rendering) </a:t>
            </a:r>
          </a:p>
          <a:p>
            <a:r>
              <a:rPr lang="en-US" dirty="0"/>
              <a:t>├── data/ </a:t>
            </a:r>
          </a:p>
          <a:p>
            <a:r>
              <a:rPr lang="en-US" dirty="0"/>
              <a:t>├       └── </a:t>
            </a:r>
            <a:r>
              <a:rPr lang="en-US" dirty="0" err="1"/>
              <a:t>scenarios.json</a:t>
            </a:r>
            <a:r>
              <a:rPr lang="en-US" dirty="0"/>
              <a:t> -&gt;  All quiz scenarios (the scenario library) </a:t>
            </a:r>
          </a:p>
          <a:p>
            <a:r>
              <a:rPr lang="en-US" dirty="0"/>
              <a:t>├── assets/ </a:t>
            </a:r>
          </a:p>
          <a:p>
            <a:r>
              <a:rPr lang="en-US" dirty="0"/>
              <a:t>          └── icons, mock logos -&gt; Visual assets for realistic mockups </a:t>
            </a:r>
          </a:p>
          <a:p>
            <a:endParaRPr lang="en-US" sz="1100" dirty="0"/>
          </a:p>
        </p:txBody>
      </p:sp>
      <p:sp>
        <p:nvSpPr>
          <p:cNvPr id="3" name="TextBox 2">
            <a:extLst>
              <a:ext uri="{FF2B5EF4-FFF2-40B4-BE49-F238E27FC236}">
                <a16:creationId xmlns:a16="http://schemas.microsoft.com/office/drawing/2014/main" id="{B0174898-CBDF-8A53-D58A-1872BA034CDE}"/>
              </a:ext>
            </a:extLst>
          </p:cNvPr>
          <p:cNvSpPr txBox="1"/>
          <p:nvPr/>
        </p:nvSpPr>
        <p:spPr>
          <a:xfrm>
            <a:off x="502214" y="1957206"/>
            <a:ext cx="7600114" cy="738664"/>
          </a:xfrm>
          <a:prstGeom prst="rect">
            <a:avLst/>
          </a:prstGeom>
          <a:noFill/>
        </p:spPr>
        <p:txBody>
          <a:bodyPr wrap="square" rtlCol="0">
            <a:spAutoFit/>
          </a:bodyPr>
          <a:lstStyle/>
          <a:p>
            <a:r>
              <a:rPr lang="en-US" dirty="0"/>
              <a:t>The project is intentionally lightweight: a  web application with all scenario data stored locally, so it can be built, tested, and demoed without needing a server or database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E0EC83-E8F3-2125-F234-02DC6E061FE1}"/>
              </a:ext>
            </a:extLst>
          </p:cNvPr>
          <p:cNvSpPr txBox="1"/>
          <p:nvPr/>
        </p:nvSpPr>
        <p:spPr>
          <a:xfrm>
            <a:off x="635620" y="939423"/>
            <a:ext cx="5846956" cy="738664"/>
          </a:xfrm>
          <a:prstGeom prst="rect">
            <a:avLst/>
          </a:prstGeom>
          <a:noFill/>
        </p:spPr>
        <p:txBody>
          <a:bodyPr wrap="square">
            <a:spAutoFit/>
          </a:bodyPr>
          <a:lstStyle/>
          <a:p>
            <a:r>
              <a:rPr lang="en-US" sz="1400" b="1" dirty="0"/>
              <a:t>Data Model: </a:t>
            </a:r>
          </a:p>
          <a:p>
            <a:r>
              <a:rPr lang="en-US" sz="1400" dirty="0"/>
              <a:t>Scenario Object Each scenario is stored as a structured object so new scenarios can be added without changing the core code. </a:t>
            </a:r>
          </a:p>
        </p:txBody>
      </p:sp>
      <p:graphicFrame>
        <p:nvGraphicFramePr>
          <p:cNvPr id="5" name="Table 4">
            <a:extLst>
              <a:ext uri="{FF2B5EF4-FFF2-40B4-BE49-F238E27FC236}">
                <a16:creationId xmlns:a16="http://schemas.microsoft.com/office/drawing/2014/main" id="{0ADEF79A-0978-EDDC-E059-B17274B65ABE}"/>
              </a:ext>
            </a:extLst>
          </p:cNvPr>
          <p:cNvGraphicFramePr>
            <a:graphicFrameLocks noGrp="1"/>
          </p:cNvGraphicFramePr>
          <p:nvPr>
            <p:extLst>
              <p:ext uri="{D42A27DB-BD31-4B8C-83A1-F6EECF244321}">
                <p14:modId xmlns:p14="http://schemas.microsoft.com/office/powerpoint/2010/main" val="54692875"/>
              </p:ext>
            </p:extLst>
          </p:nvPr>
        </p:nvGraphicFramePr>
        <p:xfrm>
          <a:off x="721112" y="1693099"/>
          <a:ext cx="7731512" cy="3360540"/>
        </p:xfrm>
        <a:graphic>
          <a:graphicData uri="http://schemas.openxmlformats.org/drawingml/2006/table">
            <a:tbl>
              <a:tblPr firstRow="1" bandRow="1">
                <a:tableStyleId>{349E5B4F-EE5D-4D87-BC98-FAA5755AD38C}</a:tableStyleId>
              </a:tblPr>
              <a:tblGrid>
                <a:gridCol w="3865756">
                  <a:extLst>
                    <a:ext uri="{9D8B030D-6E8A-4147-A177-3AD203B41FA5}">
                      <a16:colId xmlns:a16="http://schemas.microsoft.com/office/drawing/2014/main" val="2897412603"/>
                    </a:ext>
                  </a:extLst>
                </a:gridCol>
                <a:gridCol w="3865756">
                  <a:extLst>
                    <a:ext uri="{9D8B030D-6E8A-4147-A177-3AD203B41FA5}">
                      <a16:colId xmlns:a16="http://schemas.microsoft.com/office/drawing/2014/main" val="2374387382"/>
                    </a:ext>
                  </a:extLst>
                </a:gridCol>
              </a:tblGrid>
              <a:tr h="302607">
                <a:tc>
                  <a:txBody>
                    <a:bodyPr/>
                    <a:lstStyle/>
                    <a:p>
                      <a:r>
                        <a:rPr lang="en-US" dirty="0">
                          <a:solidFill>
                            <a:schemeClr val="tx1"/>
                          </a:solidFill>
                        </a:rPr>
                        <a:t>Field</a:t>
                      </a:r>
                    </a:p>
                  </a:txBody>
                  <a:tcPr>
                    <a:solidFill>
                      <a:schemeClr val="accent1"/>
                    </a:solidFill>
                  </a:tcPr>
                </a:tc>
                <a:tc>
                  <a:txBody>
                    <a:bodyPr/>
                    <a:lstStyle/>
                    <a:p>
                      <a:r>
                        <a:rPr lang="en-US" dirty="0">
                          <a:solidFill>
                            <a:schemeClr val="tx1"/>
                          </a:solidFill>
                        </a:rPr>
                        <a:t>Description</a:t>
                      </a:r>
                    </a:p>
                  </a:txBody>
                  <a:tcPr>
                    <a:solidFill>
                      <a:schemeClr val="accent1"/>
                    </a:solidFill>
                  </a:tcPr>
                </a:tc>
                <a:extLst>
                  <a:ext uri="{0D108BD9-81ED-4DB2-BD59-A6C34878D82A}">
                    <a16:rowId xmlns:a16="http://schemas.microsoft.com/office/drawing/2014/main" val="690090378"/>
                  </a:ext>
                </a:extLst>
              </a:tr>
              <a:tr h="302607">
                <a:tc>
                  <a:txBody>
                    <a:bodyPr/>
                    <a:lstStyle/>
                    <a:p>
                      <a:r>
                        <a:rPr lang="en-US" sz="1400" dirty="0"/>
                        <a:t>id</a:t>
                      </a:r>
                      <a:endParaRPr lang="en-US" dirty="0"/>
                    </a:p>
                  </a:txBody>
                  <a:tcPr/>
                </a:tc>
                <a:tc>
                  <a:txBody>
                    <a:bodyPr/>
                    <a:lstStyle/>
                    <a:p>
                      <a:r>
                        <a:rPr lang="en-US" sz="1400" dirty="0"/>
                        <a:t> Unique scenario identifier</a:t>
                      </a:r>
                      <a:endParaRPr lang="en-US" dirty="0"/>
                    </a:p>
                  </a:txBody>
                  <a:tcPr/>
                </a:tc>
                <a:extLst>
                  <a:ext uri="{0D108BD9-81ED-4DB2-BD59-A6C34878D82A}">
                    <a16:rowId xmlns:a16="http://schemas.microsoft.com/office/drawing/2014/main" val="2831547443"/>
                  </a:ext>
                </a:extLst>
              </a:tr>
              <a:tr h="468840">
                <a:tc>
                  <a:txBody>
                    <a:bodyPr/>
                    <a:lstStyle/>
                    <a:p>
                      <a:r>
                        <a:rPr lang="en-US" sz="1400" dirty="0"/>
                        <a:t>type</a:t>
                      </a:r>
                      <a:endParaRPr lang="en-US" dirty="0"/>
                    </a:p>
                  </a:txBody>
                  <a:tcPr/>
                </a:tc>
                <a:tc>
                  <a:txBody>
                    <a:bodyPr/>
                    <a:lstStyle/>
                    <a:p>
                      <a:r>
                        <a:rPr lang="en-US" sz="1400" dirty="0"/>
                        <a:t>"email" | "</a:t>
                      </a:r>
                      <a:r>
                        <a:rPr lang="en-US" sz="1400" dirty="0" err="1"/>
                        <a:t>sms</a:t>
                      </a:r>
                      <a:r>
                        <a:rPr lang="en-US" sz="1400" dirty="0"/>
                        <a:t>" | "call" | "</a:t>
                      </a:r>
                      <a:r>
                        <a:rPr lang="en-US" sz="1400" dirty="0" err="1"/>
                        <a:t>job_offer</a:t>
                      </a:r>
                      <a:r>
                        <a:rPr lang="en-US" sz="1400" dirty="0"/>
                        <a:t>" | "invoice" </a:t>
                      </a:r>
                      <a:endParaRPr lang="en-US" dirty="0"/>
                    </a:p>
                  </a:txBody>
                  <a:tcPr/>
                </a:tc>
                <a:extLst>
                  <a:ext uri="{0D108BD9-81ED-4DB2-BD59-A6C34878D82A}">
                    <a16:rowId xmlns:a16="http://schemas.microsoft.com/office/drawing/2014/main" val="1096000514"/>
                  </a:ext>
                </a:extLst>
              </a:tr>
              <a:tr h="468840">
                <a:tc>
                  <a:txBody>
                    <a:bodyPr/>
                    <a:lstStyle/>
                    <a:p>
                      <a:r>
                        <a:rPr lang="en-US" dirty="0"/>
                        <a:t>content</a:t>
                      </a:r>
                    </a:p>
                  </a:txBody>
                  <a:tcPr/>
                </a:tc>
                <a:tc>
                  <a:txBody>
                    <a:bodyPr/>
                    <a:lstStyle/>
                    <a:p>
                      <a:r>
                        <a:rPr lang="en-US" dirty="0"/>
                        <a:t>The mock message/script text shown to the user</a:t>
                      </a:r>
                    </a:p>
                  </a:txBody>
                  <a:tcPr/>
                </a:tc>
                <a:extLst>
                  <a:ext uri="{0D108BD9-81ED-4DB2-BD59-A6C34878D82A}">
                    <a16:rowId xmlns:a16="http://schemas.microsoft.com/office/drawing/2014/main" val="215837242"/>
                  </a:ext>
                </a:extLst>
              </a:tr>
              <a:tr h="422820">
                <a:tc>
                  <a:txBody>
                    <a:bodyPr/>
                    <a:lstStyle/>
                    <a:p>
                      <a:r>
                        <a:rPr lang="en-US" dirty="0" err="1"/>
                        <a:t>isPhishing</a:t>
                      </a:r>
                      <a:endParaRPr lang="en-US" dirty="0"/>
                    </a:p>
                  </a:txBody>
                  <a:tcPr/>
                </a:tc>
                <a:tc>
                  <a:txBody>
                    <a:bodyPr/>
                    <a:lstStyle/>
                    <a:p>
                      <a:r>
                        <a:rPr lang="en-US" dirty="0"/>
                        <a:t>Boolean — true if the scenario is malicious</a:t>
                      </a:r>
                    </a:p>
                  </a:txBody>
                  <a:tcPr/>
                </a:tc>
                <a:extLst>
                  <a:ext uri="{0D108BD9-81ED-4DB2-BD59-A6C34878D82A}">
                    <a16:rowId xmlns:a16="http://schemas.microsoft.com/office/drawing/2014/main" val="2204820209"/>
                  </a:ext>
                </a:extLst>
              </a:tr>
              <a:tr h="468840">
                <a:tc>
                  <a:txBody>
                    <a:bodyPr/>
                    <a:lstStyle/>
                    <a:p>
                      <a:r>
                        <a:rPr lang="en-US" dirty="0" err="1"/>
                        <a:t>redFlags</a:t>
                      </a:r>
                      <a:endParaRPr lang="en-US" dirty="0"/>
                    </a:p>
                  </a:txBody>
                  <a:tcPr/>
                </a:tc>
                <a:tc>
                  <a:txBody>
                    <a:bodyPr/>
                    <a:lstStyle/>
                    <a:p>
                      <a:r>
                        <a:rPr lang="en-US" dirty="0"/>
                        <a:t>Array of red-flag tags present (e.g. "urgency", "</a:t>
                      </a:r>
                      <a:r>
                        <a:rPr lang="en-US" dirty="0" err="1"/>
                        <a:t>spoofed_domain</a:t>
                      </a:r>
                      <a:r>
                        <a:rPr lang="en-US" dirty="0"/>
                        <a:t>")</a:t>
                      </a:r>
                    </a:p>
                  </a:txBody>
                  <a:tcPr/>
                </a:tc>
                <a:extLst>
                  <a:ext uri="{0D108BD9-81ED-4DB2-BD59-A6C34878D82A}">
                    <a16:rowId xmlns:a16="http://schemas.microsoft.com/office/drawing/2014/main" val="4269864926"/>
                  </a:ext>
                </a:extLst>
              </a:tr>
              <a:tr h="468840">
                <a:tc>
                  <a:txBody>
                    <a:bodyPr/>
                    <a:lstStyle/>
                    <a:p>
                      <a:r>
                        <a:rPr lang="en-US" dirty="0"/>
                        <a:t>explanation</a:t>
                      </a:r>
                    </a:p>
                  </a:txBody>
                  <a:tcPr/>
                </a:tc>
                <a:tc>
                  <a:txBody>
                    <a:bodyPr/>
                    <a:lstStyle/>
                    <a:p>
                      <a:r>
                        <a:rPr lang="en-US" dirty="0"/>
                        <a:t>Plain-language explanation shown after the user answers</a:t>
                      </a:r>
                    </a:p>
                  </a:txBody>
                  <a:tcPr/>
                </a:tc>
                <a:extLst>
                  <a:ext uri="{0D108BD9-81ED-4DB2-BD59-A6C34878D82A}">
                    <a16:rowId xmlns:a16="http://schemas.microsoft.com/office/drawing/2014/main" val="327641317"/>
                  </a:ext>
                </a:extLst>
              </a:tr>
              <a:tr h="302607">
                <a:tc>
                  <a:txBody>
                    <a:bodyPr/>
                    <a:lstStyle/>
                    <a:p>
                      <a:r>
                        <a:rPr lang="en-US" dirty="0"/>
                        <a:t>difficulty</a:t>
                      </a:r>
                    </a:p>
                  </a:txBody>
                  <a:tcPr/>
                </a:tc>
                <a:tc>
                  <a:txBody>
                    <a:bodyPr/>
                    <a:lstStyle/>
                    <a:p>
                      <a:r>
                        <a:rPr lang="en-US" dirty="0"/>
                        <a:t>"easy" | "medium" | "hard"</a:t>
                      </a:r>
                    </a:p>
                  </a:txBody>
                  <a:tcPr/>
                </a:tc>
                <a:extLst>
                  <a:ext uri="{0D108BD9-81ED-4DB2-BD59-A6C34878D82A}">
                    <a16:rowId xmlns:a16="http://schemas.microsoft.com/office/drawing/2014/main" val="2755100765"/>
                  </a:ext>
                </a:extLst>
              </a:tr>
            </a:tbl>
          </a:graphicData>
        </a:graphic>
      </p:graphicFrame>
    </p:spTree>
    <p:extLst>
      <p:ext uri="{BB962C8B-B14F-4D97-AF65-F5344CB8AC3E}">
        <p14:creationId xmlns:p14="http://schemas.microsoft.com/office/powerpoint/2010/main" val="1119863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4"/>
          <p:cNvSpPr txBox="1"/>
          <p:nvPr/>
        </p:nvSpPr>
        <p:spPr>
          <a:xfrm>
            <a:off x="502214" y="105604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a:t>Git Hub Link for Project</a:t>
            </a:r>
            <a:endParaRPr sz="2500">
              <a:latin typeface="Tahoma"/>
              <a:ea typeface="Tahoma"/>
              <a:cs typeface="Tahoma"/>
              <a:sym typeface="Tahoma"/>
            </a:endParaRPr>
          </a:p>
        </p:txBody>
      </p:sp>
      <p:sp>
        <p:nvSpPr>
          <p:cNvPr id="152" name="Google Shape;152;p34"/>
          <p:cNvSpPr txBox="1"/>
          <p:nvPr/>
        </p:nvSpPr>
        <p:spPr>
          <a:xfrm>
            <a:off x="1012650" y="2310155"/>
            <a:ext cx="7118700" cy="523190"/>
          </a:xfrm>
          <a:prstGeom prst="rect">
            <a:avLst/>
          </a:prstGeom>
          <a:noFill/>
          <a:ln>
            <a:noFill/>
          </a:ln>
        </p:spPr>
        <p:txBody>
          <a:bodyPr spcFirstLastPara="1" wrap="square" lIns="91425" tIns="91425" rIns="91425" bIns="91425" anchor="t" anchorCtr="0">
            <a:spAutoFit/>
          </a:bodyPr>
          <a:lstStyle/>
          <a:p>
            <a:pPr lvl="0"/>
            <a:r>
              <a:rPr lang="en-US" sz="2200" b="1" u="sng" dirty="0">
                <a:solidFill>
                  <a:schemeClr val="hlink"/>
                </a:solidFill>
              </a:rPr>
              <a:t>https://github.com/MShahid0011/REDFLAG.git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5"/>
          <p:cNvSpPr txBox="1"/>
          <p:nvPr/>
        </p:nvSpPr>
        <p:spPr>
          <a:xfrm>
            <a:off x="564289" y="114322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a:t>Advantages and Limitations of Your Project</a:t>
            </a:r>
            <a:endParaRPr sz="2500">
              <a:latin typeface="Tahoma"/>
              <a:ea typeface="Tahoma"/>
              <a:cs typeface="Tahoma"/>
              <a:sym typeface="Tahoma"/>
            </a:endParaRPr>
          </a:p>
        </p:txBody>
      </p:sp>
      <p:graphicFrame>
        <p:nvGraphicFramePr>
          <p:cNvPr id="158" name="Google Shape;158;p35"/>
          <p:cNvGraphicFramePr/>
          <p:nvPr>
            <p:extLst>
              <p:ext uri="{D42A27DB-BD31-4B8C-83A1-F6EECF244321}">
                <p14:modId xmlns:p14="http://schemas.microsoft.com/office/powerpoint/2010/main" val="2125207495"/>
              </p:ext>
            </p:extLst>
          </p:nvPr>
        </p:nvGraphicFramePr>
        <p:xfrm>
          <a:off x="952500" y="1809750"/>
          <a:ext cx="7239000" cy="3048860"/>
        </p:xfrm>
        <a:graphic>
          <a:graphicData uri="http://schemas.openxmlformats.org/drawingml/2006/table">
            <a:tbl>
              <a:tblPr>
                <a:noFill/>
                <a:tableStyleId>{349E5B4F-EE5D-4D87-BC98-FAA5755AD38C}</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701500">
                <a:tc>
                  <a:txBody>
                    <a:bodyPr/>
                    <a:lstStyle/>
                    <a:p>
                      <a:pPr marL="0" lvl="0" indent="0" algn="l" rtl="0">
                        <a:spcBef>
                          <a:spcPts val="0"/>
                        </a:spcBef>
                        <a:spcAft>
                          <a:spcPts val="0"/>
                        </a:spcAft>
                        <a:buNone/>
                      </a:pPr>
                      <a:r>
                        <a:rPr lang="en"/>
                        <a:t>ADVANTAGES </a:t>
                      </a:r>
                      <a:endParaRPr/>
                    </a:p>
                  </a:txBody>
                  <a:tcPr marL="91425" marR="91425" marT="91425" marB="91425">
                    <a:solidFill>
                      <a:schemeClr val="accent6"/>
                    </a:solidFill>
                  </a:tcPr>
                </a:tc>
                <a:tc>
                  <a:txBody>
                    <a:bodyPr/>
                    <a:lstStyle/>
                    <a:p>
                      <a:pPr marL="0" lvl="0" indent="0" algn="l" rtl="0">
                        <a:spcBef>
                          <a:spcPts val="0"/>
                        </a:spcBef>
                        <a:spcAft>
                          <a:spcPts val="0"/>
                        </a:spcAft>
                        <a:buNone/>
                      </a:pPr>
                      <a:r>
                        <a:rPr lang="en"/>
                        <a:t>LIMITATIONS</a:t>
                      </a:r>
                      <a:endParaRPr/>
                    </a:p>
                  </a:txBody>
                  <a:tcPr marL="91425" marR="91425" marT="91425" marB="91425">
                    <a:solidFill>
                      <a:schemeClr val="accent1"/>
                    </a:solidFill>
                  </a:tcPr>
                </a:tc>
                <a:extLst>
                  <a:ext uri="{0D108BD9-81ED-4DB2-BD59-A6C34878D82A}">
                    <a16:rowId xmlns:a16="http://schemas.microsoft.com/office/drawing/2014/main" val="10000"/>
                  </a:ext>
                </a:extLst>
              </a:tr>
              <a:tr h="701500">
                <a:tc>
                  <a:txBody>
                    <a:bodyPr/>
                    <a:lstStyle/>
                    <a:p>
                      <a:pPr marL="0" lvl="0" indent="0" algn="l" rtl="0">
                        <a:spcBef>
                          <a:spcPts val="0"/>
                        </a:spcBef>
                        <a:spcAft>
                          <a:spcPts val="0"/>
                        </a:spcAft>
                        <a:buNone/>
                      </a:pPr>
                      <a:r>
                        <a:rPr lang="en-US" dirty="0"/>
                        <a:t>An interactive quiz flow with answer selection and immediate feedback.</a:t>
                      </a:r>
                      <a:endParaRPr dirty="0"/>
                    </a:p>
                  </a:txBody>
                  <a:tcPr marL="91425" marR="91425" marT="91425" marB="91425"/>
                </a:tc>
                <a:tc>
                  <a:txBody>
                    <a:bodyPr/>
                    <a:lstStyle/>
                    <a:p>
                      <a:pPr marL="0" lvl="0" indent="0" algn="l" rtl="0">
                        <a:spcBef>
                          <a:spcPts val="0"/>
                        </a:spcBef>
                        <a:spcAft>
                          <a:spcPts val="0"/>
                        </a:spcAft>
                        <a:buNone/>
                      </a:pPr>
                      <a:r>
                        <a:rPr lang="en-US" dirty="0"/>
                        <a:t>Sending real phishing emails/SMS to real users (this is a self-contained simulator, not a live phishing campaign tool).</a:t>
                      </a:r>
                      <a:endParaRPr dirty="0"/>
                    </a:p>
                  </a:txBody>
                  <a:tcPr marL="91425" marR="91425" marT="91425" marB="91425"/>
                </a:tc>
                <a:extLst>
                  <a:ext uri="{0D108BD9-81ED-4DB2-BD59-A6C34878D82A}">
                    <a16:rowId xmlns:a16="http://schemas.microsoft.com/office/drawing/2014/main" val="10001"/>
                  </a:ext>
                </a:extLst>
              </a:tr>
              <a:tr h="701500">
                <a:tc>
                  <a:txBody>
                    <a:bodyPr/>
                    <a:lstStyle/>
                    <a:p>
                      <a:pPr marL="0" lvl="0" indent="0" algn="l" rtl="0">
                        <a:spcBef>
                          <a:spcPts val="0"/>
                        </a:spcBef>
                        <a:spcAft>
                          <a:spcPts val="0"/>
                        </a:spcAft>
                        <a:buNone/>
                      </a:pPr>
                      <a:r>
                        <a:rPr lang="en-US" dirty="0"/>
                        <a:t>An educational summary screen with practical tips.</a:t>
                      </a:r>
                      <a:endParaRPr dirty="0"/>
                    </a:p>
                  </a:txBody>
                  <a:tcPr marL="91425" marR="91425" marT="91425" marB="91425"/>
                </a:tc>
                <a:tc>
                  <a:txBody>
                    <a:bodyPr/>
                    <a:lstStyle/>
                    <a:p>
                      <a:pPr marL="0" lvl="0" indent="0" algn="l" rtl="0">
                        <a:spcBef>
                          <a:spcPts val="0"/>
                        </a:spcBef>
                        <a:spcAft>
                          <a:spcPts val="0"/>
                        </a:spcAft>
                        <a:buNone/>
                      </a:pPr>
                      <a:r>
                        <a:rPr lang="en-US" dirty="0"/>
                        <a:t>Collecting or storing real personal data from quiz takers.</a:t>
                      </a:r>
                      <a:endParaRPr dirty="0"/>
                    </a:p>
                  </a:txBody>
                  <a:tcPr marL="91425" marR="91425" marT="91425" marB="91425"/>
                </a:tc>
                <a:extLst>
                  <a:ext uri="{0D108BD9-81ED-4DB2-BD59-A6C34878D82A}">
                    <a16:rowId xmlns:a16="http://schemas.microsoft.com/office/drawing/2014/main" val="10002"/>
                  </a:ext>
                </a:extLst>
              </a:tr>
              <a:tr h="701500">
                <a:tc>
                  <a:txBody>
                    <a:bodyPr/>
                    <a:lstStyle/>
                    <a:p>
                      <a:pPr marL="0" lvl="0" indent="0" algn="l" rtl="0">
                        <a:spcBef>
                          <a:spcPts val="0"/>
                        </a:spcBef>
                        <a:spcAft>
                          <a:spcPts val="0"/>
                        </a:spcAft>
                        <a:buNone/>
                      </a:pPr>
                      <a:r>
                        <a:rPr lang="en-US" dirty="0"/>
                        <a:t>A scenario library covering email phishing, SMS phishing, fake calls, and fraudulent job/invoice offers.</a:t>
                      </a:r>
                      <a:endParaRPr dirty="0"/>
                    </a:p>
                  </a:txBody>
                  <a:tcPr marL="91425" marR="91425" marT="91425" marB="91425"/>
                </a:tc>
                <a:tc>
                  <a:txBody>
                    <a:bodyPr/>
                    <a:lstStyle/>
                    <a:p>
                      <a:pPr marL="0" lvl="0" indent="0" algn="l" rtl="0">
                        <a:spcBef>
                          <a:spcPts val="0"/>
                        </a:spcBef>
                        <a:spcAft>
                          <a:spcPts val="0"/>
                        </a:spcAft>
                        <a:buNone/>
                      </a:pPr>
                      <a:r>
                        <a:rPr lang="en-US" dirty="0"/>
                        <a:t>This project may only contain some of the example where there are many cyber frauds and attacks remain unseen</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6"/>
          <p:cNvSpPr txBox="1"/>
          <p:nvPr/>
        </p:nvSpPr>
        <p:spPr>
          <a:xfrm>
            <a:off x="564289" y="1090903"/>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a:t>Challenges you faced (What difficulties you face?)</a:t>
            </a:r>
            <a:endParaRPr sz="2500">
              <a:latin typeface="Tahoma"/>
              <a:ea typeface="Tahoma"/>
              <a:cs typeface="Tahoma"/>
              <a:sym typeface="Tahoma"/>
            </a:endParaRPr>
          </a:p>
        </p:txBody>
      </p:sp>
      <p:sp>
        <p:nvSpPr>
          <p:cNvPr id="2" name="TextBox 1">
            <a:extLst>
              <a:ext uri="{FF2B5EF4-FFF2-40B4-BE49-F238E27FC236}">
                <a16:creationId xmlns:a16="http://schemas.microsoft.com/office/drawing/2014/main" id="{C06BDC69-1DCC-803D-C14C-4263733A2E68}"/>
              </a:ext>
            </a:extLst>
          </p:cNvPr>
          <p:cNvSpPr txBox="1"/>
          <p:nvPr/>
        </p:nvSpPr>
        <p:spPr>
          <a:xfrm>
            <a:off x="564289" y="2021272"/>
            <a:ext cx="7813994" cy="1169551"/>
          </a:xfrm>
          <a:prstGeom prst="rect">
            <a:avLst/>
          </a:prstGeom>
          <a:noFill/>
        </p:spPr>
        <p:txBody>
          <a:bodyPr wrap="square" rtlCol="0">
            <a:spAutoFit/>
          </a:bodyPr>
          <a:lstStyle/>
          <a:p>
            <a:r>
              <a:rPr lang="en-US" dirty="0"/>
              <a:t>The main challenge I faced during the built of this project was finding and exploring real cyber attacks and analyzing them to create a real world simulation in the project so the user gets the real world like threats and another challenge I faced was the UI/UX design. To build a user friendly and interactive web page I needed to keep things minimal and simple so user can enjoy it but yeah everything went well and smoothly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7"/>
          <p:cNvSpPr txBox="1"/>
          <p:nvPr/>
        </p:nvSpPr>
        <p:spPr>
          <a:xfrm>
            <a:off x="564289" y="1247828"/>
            <a:ext cx="8015400" cy="403200"/>
          </a:xfrm>
          <a:prstGeom prst="rect">
            <a:avLst/>
          </a:prstGeom>
          <a:noFill/>
          <a:ln>
            <a:noFill/>
          </a:ln>
        </p:spPr>
        <p:txBody>
          <a:bodyPr spcFirstLastPara="1" wrap="square" lIns="0" tIns="18125" rIns="0" bIns="0" anchor="t" anchorCtr="0">
            <a:spAutoFit/>
          </a:bodyPr>
          <a:lstStyle/>
          <a:p>
            <a:pPr marL="0" lvl="0" indent="0" algn="l" rtl="0">
              <a:lnSpc>
                <a:spcPct val="100000"/>
              </a:lnSpc>
              <a:spcBef>
                <a:spcPts val="0"/>
              </a:spcBef>
              <a:spcAft>
                <a:spcPts val="0"/>
              </a:spcAft>
              <a:buNone/>
            </a:pPr>
            <a:r>
              <a:rPr lang="en" sz="2500" b="1"/>
              <a:t>Conclusion</a:t>
            </a:r>
            <a:endParaRPr sz="2500" b="1"/>
          </a:p>
        </p:txBody>
      </p:sp>
      <p:sp>
        <p:nvSpPr>
          <p:cNvPr id="2" name="TextBox 1">
            <a:extLst>
              <a:ext uri="{FF2B5EF4-FFF2-40B4-BE49-F238E27FC236}">
                <a16:creationId xmlns:a16="http://schemas.microsoft.com/office/drawing/2014/main" id="{862B0986-7E24-1A80-627F-62074B905F44}"/>
              </a:ext>
            </a:extLst>
          </p:cNvPr>
          <p:cNvSpPr txBox="1"/>
          <p:nvPr/>
        </p:nvSpPr>
        <p:spPr>
          <a:xfrm>
            <a:off x="282498" y="1747026"/>
            <a:ext cx="8214731" cy="3231654"/>
          </a:xfrm>
          <a:prstGeom prst="rect">
            <a:avLst/>
          </a:prstGeom>
          <a:noFill/>
        </p:spPr>
        <p:txBody>
          <a:bodyPr wrap="square" rtlCol="0">
            <a:spAutoFit/>
          </a:bodyPr>
          <a:lstStyle/>
          <a:p>
            <a:r>
              <a:rPr lang="en-US" sz="1200" dirty="0"/>
              <a:t>This project set out to address a simple but persistent reality in cybersecurity: most successful attacks don't exploit a flaw in software, they exploit a flaw in human judgment. Firewalls, encryption, and patching can defend a system, but they cannot defend a moment of misplaced trust, urgency, or distraction — and that gap is exactly what social engineering is designed to exploit.</a:t>
            </a:r>
          </a:p>
          <a:p>
            <a:endParaRPr lang="en-US" sz="1200" dirty="0"/>
          </a:p>
          <a:p>
            <a:r>
              <a:rPr lang="en-US" sz="1200" dirty="0"/>
              <a:t>The Red Flag trainer was built to close that gap in a small but meaningful way. Rather than presenting abstract rules like "watch out for urgency" or "check the sender," the tool puts users directly in front of realistic phishing emails, smishing texts, and vishing call transcripts, asks them to make a real judgment call, and then shows them precisely which words, domains, or requests gave the attack away. By mixing genuine, legitimate examples in with the attacks, the project also reinforces a point that's often missed in awareness training: good security judgment isn't about suspecting everything, it's about accurately telling the difference.</a:t>
            </a:r>
          </a:p>
          <a:p>
            <a:endParaRPr lang="en-US" sz="1200" dirty="0"/>
          </a:p>
          <a:p>
            <a:r>
              <a:rPr lang="en-US" sz="1200" dirty="0"/>
              <a:t>Over the course of building this project, the work touched several core areas of cybersecurity practice: understanding real-world attacker tactics (phishing, smishing, vishing, business email compromise, and recruitment fraud), translating current threat intelligence into accessible, sourced content for the Live Threats page, and designing a tool that communicates security concepts clearly to a non-technical audience — itself a core skill in security awareness and human-risk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8"/>
          <p:cNvSpPr txBox="1"/>
          <p:nvPr/>
        </p:nvSpPr>
        <p:spPr>
          <a:xfrm>
            <a:off x="3806032" y="2388750"/>
            <a:ext cx="1531935" cy="366000"/>
          </a:xfrm>
          <a:prstGeom prst="rect">
            <a:avLst/>
          </a:prstGeom>
          <a:noFill/>
          <a:ln>
            <a:noFill/>
          </a:ln>
          <a:effectLst>
            <a:reflection blurRad="6350" stA="50000" endA="295" endPos="92000" dist="101600" dir="5400000" sy="-100000" algn="bl" rotWithShape="0"/>
          </a:effectLst>
        </p:spPr>
        <p:txBody>
          <a:bodyPr spcFirstLastPara="1" wrap="square" lIns="0" tIns="27150" rIns="0" bIns="0" anchor="t" anchorCtr="0">
            <a:spAutoFit/>
          </a:bodyPr>
          <a:lstStyle/>
          <a:p>
            <a:pPr marL="25400" lvl="0" indent="0" algn="l" rtl="0">
              <a:lnSpc>
                <a:spcPct val="100000"/>
              </a:lnSpc>
              <a:spcBef>
                <a:spcPts val="0"/>
              </a:spcBef>
              <a:spcAft>
                <a:spcPts val="0"/>
              </a:spcAft>
              <a:buNone/>
            </a:pPr>
            <a:r>
              <a:rPr lang="en" sz="2200" b="1" dirty="0">
                <a:latin typeface="Arial"/>
                <a:ea typeface="Arial"/>
                <a:cs typeface="Arial"/>
                <a:sym typeface="Arial"/>
              </a:rPr>
              <a:t>Thank </a:t>
            </a:r>
            <a:r>
              <a:rPr lang="en" sz="2200" b="1" dirty="0">
                <a:solidFill>
                  <a:srgbClr val="FF0000"/>
                </a:solidFill>
                <a:latin typeface="Arial"/>
                <a:ea typeface="Arial"/>
                <a:cs typeface="Arial"/>
                <a:sym typeface="Arial"/>
              </a:rPr>
              <a:t>You</a:t>
            </a:r>
            <a:r>
              <a:rPr lang="en" sz="2200" b="1" dirty="0">
                <a:latin typeface="Arial"/>
                <a:ea typeface="Arial"/>
                <a:cs typeface="Arial"/>
                <a:sym typeface="Arial"/>
              </a:rPr>
              <a:t> </a:t>
            </a:r>
            <a:endParaRPr sz="2200"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1004</Words>
  <Application>Microsoft Office PowerPoint</Application>
  <PresentationFormat>On-screen Show (16:9)</PresentationFormat>
  <Paragraphs>68</Paragraphs>
  <Slides>11</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11</vt:i4>
      </vt:variant>
    </vt:vector>
  </HeadingPairs>
  <TitlesOfParts>
    <vt:vector size="16" baseType="lpstr">
      <vt:lpstr>Arial</vt:lpstr>
      <vt:lpstr>Tahoma</vt:lpstr>
      <vt:lpstr>IBM Plex Sans</vt:lpstr>
      <vt:lpstr>Simple Light</vt:lpstr>
      <vt:lpstr>Simple Light</vt:lpstr>
      <vt:lpstr>Software Engineering Awareness Simulation/Quiz GTU SBTP -2026 (Subject Code: DI05000011)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shahid patel</cp:lastModifiedBy>
  <cp:revision>3</cp:revision>
  <dcterms:modified xsi:type="dcterms:W3CDTF">2026-06-26T10:02:25Z</dcterms:modified>
</cp:coreProperties>
</file>